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700000" cy="7112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4C3060-D904-382D-FE8C-7BDADD4F5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7500" y="1163932"/>
            <a:ext cx="9525000" cy="247603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5DFD40F-FFA3-835C-7640-A88EA7A52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7500" y="3735447"/>
            <a:ext cx="9525000" cy="171708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C0A552-AB43-E092-5A9D-2F52A9043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4A5353-CBA0-81B2-2CB2-77E28AAA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E77B98-4242-99F3-77EC-04496BEF1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1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EA1677-06A4-000C-B942-E42DBD92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593480-92BD-8CB4-FC3D-4D3A1EF85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382C91-990B-A6EB-5DCA-48774628A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C42C12-4EEA-5655-DBC8-0DB7989C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E8686D-48A6-1373-35F9-1D882A27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738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A96159-1EAB-072F-26AB-7A159DA53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510" y="1773063"/>
            <a:ext cx="10953750" cy="295839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C95E67-07CA-BD26-16D4-7387AC7C6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6510" y="4759445"/>
            <a:ext cx="10953750" cy="15557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43E954-B66D-8DAB-2C60-4DDFBEA8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CE3CFD-86FA-6A89-564B-CBC5E16E4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644C7E-4CE5-A7D4-6D2D-CE136FEE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332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E9242C-81F6-516A-A500-1DF525A26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35C26F-D6FD-EC82-100D-6D60D9516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3125" y="1893241"/>
            <a:ext cx="5397500" cy="45124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7A26649-A682-1737-2BA2-A5D82417F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9375" y="1893241"/>
            <a:ext cx="5397500" cy="45124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7529F2-D3BA-3208-CE85-E6044E1C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8BDD5B-00FC-8ED4-6D93-CE28A177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C0C2470-46E8-1A93-1F45-5B859041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220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681BC7-EED6-65DD-7FEA-A76B7B1D5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79" y="378650"/>
            <a:ext cx="10953750" cy="1374658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704411-131D-B130-9BAA-18EA8F1B9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4781" y="1743428"/>
            <a:ext cx="5372695" cy="85442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B5E699-E5D1-B300-726B-C0F5C26AF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4781" y="2597856"/>
            <a:ext cx="5372695" cy="382105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D1F0D6D-9F2E-58A5-A5FB-9B05DDD26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9375" y="1743428"/>
            <a:ext cx="5399154" cy="85442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D598A4C-8F53-F974-48AF-1D8D358A3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9375" y="2597856"/>
            <a:ext cx="5399154" cy="382105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2486D83-4BD8-7349-99E7-74F7C8684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1C6613B-ADBA-4EBF-9877-69AA6B68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790F37-6CB4-02CF-7D77-F1A29C9A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092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24143B-D5CC-AF71-CAB7-4655BB94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A591ED-B6BF-BE9D-C137-E5093F5B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1AFA258-3B4D-46B0-4E4E-4071CA288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2B7A02-1667-A1A5-B8AE-62CE049B6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1293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A57F93D-4ADF-0BED-902E-9EAF60027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C1263AE-1EB0-D035-4ADA-35F450EDF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10B522-FBF5-86B6-A909-088A2533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354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FA76D8-93E8-E8B5-6B82-2D48AEC62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80" y="474133"/>
            <a:ext cx="4096080" cy="16594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A5155F-4E27-276B-3ED8-3BC7FE816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155" y="1023998"/>
            <a:ext cx="6429375" cy="50541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EE0D44-7554-3FD3-2721-5464DCFF8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4780" y="2133600"/>
            <a:ext cx="4096080" cy="39527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C62F49-EAB2-D4EC-BC7A-0E88FFDB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DF6A91-CDEA-ADC4-D9EA-3E6DB1BF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B32043-E7A8-4AD0-7972-AE7B47A7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008D73-0058-F1E2-5706-73DC92F8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80" y="474133"/>
            <a:ext cx="4096080" cy="16594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DCE67CF-2279-7EAF-8E79-7EA77BD0C9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99155" y="1023998"/>
            <a:ext cx="6429375" cy="505413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BC84B1-694A-146A-BAB6-A2F7FAB6B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4780" y="2133600"/>
            <a:ext cx="4096080" cy="39527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A48FA8-6F93-55A7-0BF7-011A7355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30FFE2-7BD0-4526-4548-512B1B308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A2D79B-776A-A6CA-EF16-CFB5D892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455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14F972-0722-E059-9CAF-0C00AC0A5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1E0B53A-956B-AE59-DA9A-EC02156E0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DE86A3-04E9-4368-5708-17D24174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2DA61F-A72B-422C-5AE1-6CAED5382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355F78-CED7-2148-1120-9CB3D209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4888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89574D2-D6C6-E703-9493-28FBA45050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88437" y="378648"/>
            <a:ext cx="2738438" cy="6027091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A9F23B-15C8-3EB0-9D1A-3C31984C9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73126" y="378648"/>
            <a:ext cx="8056563" cy="6027091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09CE04-2C7B-A931-6BC7-878E4333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94A55F-2B7D-A9B2-C2BB-5216A4DB3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DF93AB-4D51-BFA9-DBE6-20CFAB5A0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87EC61E-4803-A863-9774-662C13E98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25" y="378650"/>
            <a:ext cx="10953750" cy="137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0FB7A9-551B-E2FC-E1A5-01328058D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3125" y="1893241"/>
            <a:ext cx="10953750" cy="4512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9BB6DB-DF9E-45C6-7C18-CAD3C7A183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3125" y="6591772"/>
            <a:ext cx="2857500" cy="37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275CA-1275-4B14-8D29-E44293BC416E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1974C5-61CC-3329-F7CE-213CDB320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591772"/>
            <a:ext cx="4286250" cy="37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A7EA1B-BB0B-5F99-C11A-8C8871464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591772"/>
            <a:ext cx="2857500" cy="37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1D9E7-8D9C-41CB-A204-294CE10393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8188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ImportedDiagram_slide_1">
            <a:extLst>
              <a:ext uri="{FF2B5EF4-FFF2-40B4-BE49-F238E27FC236}">
                <a16:creationId xmlns:a16="http://schemas.microsoft.com/office/drawing/2014/main" id="{944FAD00-5B11-41B4-83E1-07CAF82EEBA6}"/>
              </a:ext>
            </a:extLst>
          </p:cNvPr>
          <p:cNvGrpSpPr>
            <a:grpSpLocks noChangeAspect="1"/>
          </p:cNvGrpSpPr>
          <p:nvPr/>
        </p:nvGrpSpPr>
        <p:grpSpPr>
          <a:xfrm>
            <a:off x="76200" y="1291790"/>
            <a:ext cx="12547600" cy="4528420"/>
            <a:chOff x="0" y="0"/>
            <a:chExt cx="19616444" cy="7014186"/>
          </a:xfrm>
        </p:grpSpPr>
        <p:cxnSp>
          <p:nvCxnSpPr>
            <p:cNvPr id="35" name="Connector 130">
              <a:extLst>
                <a:ext uri="{FF2B5EF4-FFF2-40B4-BE49-F238E27FC236}">
                  <a16:creationId xmlns:a16="http://schemas.microsoft.com/office/drawing/2014/main" id="{05C00D7A-3A65-12EA-B2FD-0826260902CE}"/>
                </a:ext>
              </a:extLst>
            </p:cNvPr>
            <p:cNvCxnSpPr/>
            <p:nvPr/>
          </p:nvCxnSpPr>
          <p:spPr>
            <a:xfrm flipH="1">
              <a:off x="8857247" y="1403974"/>
              <a:ext cx="493776" cy="731520"/>
            </a:xfrm>
            <a:prstGeom prst="line">
              <a:avLst/>
            </a:prstGeom>
            <a:ln w="12333">
              <a:solidFill>
                <a:srgbClr val="548235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128">
              <a:extLst>
                <a:ext uri="{FF2B5EF4-FFF2-40B4-BE49-F238E27FC236}">
                  <a16:creationId xmlns:a16="http://schemas.microsoft.com/office/drawing/2014/main" id="{DB04890D-ADB5-075F-3F64-602E85AB3A4E}"/>
                </a:ext>
              </a:extLst>
            </p:cNvPr>
            <p:cNvCxnSpPr/>
            <p:nvPr/>
          </p:nvCxnSpPr>
          <p:spPr>
            <a:xfrm>
              <a:off x="10905504" y="946774"/>
              <a:ext cx="1179575" cy="18288"/>
            </a:xfrm>
            <a:prstGeom prst="line">
              <a:avLst/>
            </a:prstGeom>
            <a:ln w="12333">
              <a:solidFill>
                <a:srgbClr val="548235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126">
              <a:extLst>
                <a:ext uri="{FF2B5EF4-FFF2-40B4-BE49-F238E27FC236}">
                  <a16:creationId xmlns:a16="http://schemas.microsoft.com/office/drawing/2014/main" id="{58B9E8E4-081F-3857-6218-F6F3E1A749D7}"/>
                </a:ext>
              </a:extLst>
            </p:cNvPr>
            <p:cNvCxnSpPr/>
            <p:nvPr/>
          </p:nvCxnSpPr>
          <p:spPr>
            <a:xfrm>
              <a:off x="5647703" y="946774"/>
              <a:ext cx="2148839" cy="0"/>
            </a:xfrm>
            <a:prstGeom prst="line">
              <a:avLst/>
            </a:prstGeom>
            <a:ln w="12333">
              <a:solidFill>
                <a:srgbClr val="548235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rame_0">
              <a:extLst>
                <a:ext uri="{FF2B5EF4-FFF2-40B4-BE49-F238E27FC236}">
                  <a16:creationId xmlns:a16="http://schemas.microsoft.com/office/drawing/2014/main" id="{5C120B19-A392-0FDA-1203-9BF7A3162180}"/>
                </a:ext>
              </a:extLst>
            </p:cNvPr>
            <p:cNvSpPr/>
            <p:nvPr/>
          </p:nvSpPr>
          <p:spPr>
            <a:xfrm>
              <a:off x="0" y="0"/>
              <a:ext cx="5831305" cy="2992417"/>
            </a:xfrm>
            <a:prstGeom prst="roundRect">
              <a:avLst>
                <a:gd name="adj" fmla="val 3000"/>
              </a:avLst>
            </a:prstGeom>
            <a:noFill/>
            <a:ln w="9842">
              <a:solidFill>
                <a:srgbClr val="2E75B6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39" name="frame_title_0">
              <a:extLst>
                <a:ext uri="{FF2B5EF4-FFF2-40B4-BE49-F238E27FC236}">
                  <a16:creationId xmlns:a16="http://schemas.microsoft.com/office/drawing/2014/main" id="{DE4CC980-EEA0-C726-8DA4-CCE702D36D00}"/>
                </a:ext>
              </a:extLst>
            </p:cNvPr>
            <p:cNvSpPr/>
            <p:nvPr/>
          </p:nvSpPr>
          <p:spPr>
            <a:xfrm>
              <a:off x="1868850" y="41697"/>
              <a:ext cx="2093605" cy="291874"/>
            </a:xfrm>
            <a:prstGeom prst="rect">
              <a:avLst/>
            </a:prstGeom>
            <a:solidFill>
              <a:srgbClr val="DDEBF7"/>
            </a:solidFill>
            <a:ln w="4218">
              <a:noFill/>
            </a:ln>
          </p:spPr>
          <p:txBody>
            <a:bodyPr wrap="square" lIns="15941" tIns="7970" rIns="15941" bIns="797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sz="575" b="1">
                  <a:solidFill>
                    <a:srgbClr val="2E75B6"/>
                  </a:solidFill>
                  <a:latin typeface="Meiryo UI"/>
                  <a:ea typeface="Meiryo UI"/>
                  <a:cs typeface="Meiryo UI"/>
                </a:rPr>
                <a:t>1 アプリケーション層</a:t>
              </a:r>
            </a:p>
          </p:txBody>
        </p:sp>
        <p:sp>
          <p:nvSpPr>
            <p:cNvPr id="40" name="frame_1">
              <a:extLst>
                <a:ext uri="{FF2B5EF4-FFF2-40B4-BE49-F238E27FC236}">
                  <a16:creationId xmlns:a16="http://schemas.microsoft.com/office/drawing/2014/main" id="{5237B5A7-55AF-03DF-1641-FBCE173CE47D}"/>
                </a:ext>
              </a:extLst>
            </p:cNvPr>
            <p:cNvSpPr/>
            <p:nvPr/>
          </p:nvSpPr>
          <p:spPr>
            <a:xfrm>
              <a:off x="7620404" y="33132"/>
              <a:ext cx="11996040" cy="6981054"/>
            </a:xfrm>
            <a:prstGeom prst="roundRect">
              <a:avLst>
                <a:gd name="adj" fmla="val 3000"/>
              </a:avLst>
            </a:prstGeom>
            <a:noFill/>
            <a:ln w="9842">
              <a:solidFill>
                <a:srgbClr val="538135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41" name="frame_title_1">
              <a:extLst>
                <a:ext uri="{FF2B5EF4-FFF2-40B4-BE49-F238E27FC236}">
                  <a16:creationId xmlns:a16="http://schemas.microsoft.com/office/drawing/2014/main" id="{5962FFDE-4246-BF2B-4572-5F054BDC1AAD}"/>
                </a:ext>
              </a:extLst>
            </p:cNvPr>
            <p:cNvSpPr/>
            <p:nvPr/>
          </p:nvSpPr>
          <p:spPr>
            <a:xfrm>
              <a:off x="12132710" y="74828"/>
              <a:ext cx="2971428" cy="291874"/>
            </a:xfrm>
            <a:prstGeom prst="rect">
              <a:avLst/>
            </a:prstGeom>
            <a:solidFill>
              <a:srgbClr val="E2F0D9"/>
            </a:solidFill>
            <a:ln w="4218">
              <a:noFill/>
            </a:ln>
          </p:spPr>
          <p:txBody>
            <a:bodyPr wrap="square" lIns="15941" tIns="7970" rIns="15941" bIns="797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sz="575" b="1">
                  <a:solidFill>
                    <a:srgbClr val="538135"/>
                  </a:solidFill>
                  <a:latin typeface="Meiryo UI"/>
                  <a:ea typeface="Meiryo UI"/>
                  <a:cs typeface="Meiryo UI"/>
                </a:rPr>
                <a:t>2 デバイス制御層（DeviceCtrl）</a:t>
              </a:r>
            </a:p>
          </p:txBody>
        </p:sp>
        <p:sp>
          <p:nvSpPr>
            <p:cNvPr id="42" name="shape_d51_DEVICE_CTRL_CONTRACT" title="④ 《インターフェース》 公開デバイス契約群 1. IPrinterStrategy 2. IBarcodeScannerStrategy 3. ICashChangerStrategy 4. ICustomerDisplayStrategy 5. IDrawerStrategy 6. IPaymentStrategy 7. IKeyboardStrategy">
              <a:extLst>
                <a:ext uri="{FF2B5EF4-FFF2-40B4-BE49-F238E27FC236}">
                  <a16:creationId xmlns:a16="http://schemas.microsoft.com/office/drawing/2014/main" id="{F8F5B202-6497-7165-7980-B5817FAF46CB}"/>
                </a:ext>
              </a:extLst>
            </p:cNvPr>
            <p:cNvSpPr/>
            <p:nvPr/>
          </p:nvSpPr>
          <p:spPr>
            <a:xfrm>
              <a:off x="15986866" y="4306505"/>
              <a:ext cx="3441945" cy="2520048"/>
            </a:xfrm>
            <a:prstGeom prst="roundRect">
              <a:avLst/>
            </a:prstGeom>
            <a:solidFill>
              <a:srgbClr val="DDEBF7">
                <a:alpha val="100000"/>
              </a:srgbClr>
            </a:solidFill>
            <a:ln w="11248" cap="flat" cmpd="sng" algn="ctr">
              <a:solidFill>
                <a:srgbClr val="4472C4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2.4 </a:t>
              </a:r>
              <a:r>
                <a:rPr kumimoji="0" lang="en-US" altLang="ja-JP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《</a:t>
              </a:r>
              <a:r>
                <a:rPr kumimoji="0" lang="ja-JP" altLang="en-US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インターフェース</a:t>
              </a:r>
              <a:r>
                <a:rPr kumimoji="0" lang="en-US" altLang="ja-JP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》
</a:t>
              </a:r>
              <a:r>
                <a:rPr kumimoji="0" lang="ja-JP" altLang="en-US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公開デバイス契約群
</a:t>
              </a:r>
              <a:r>
                <a:rPr kumimoji="0" lang="en-US" altLang="ja-JP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 IPrinterStrategy
2. IBarcodeScannerStrategy
3. ICashChangerStrategy
4. ICustomerDisplayStrategy
5. IDrawerStrategy
6. IPaymentStrategy
7. IKeyboardStrategy</a:t>
              </a:r>
              <a:endParaRPr kumimoji="0" lang="ja-JP" altLang="en-US" sz="442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43" name="shape_d51_APP_SERVICE" title="③ アプリケーションサービス IDeviceIntegrationTestStrategyProvider等">
              <a:extLst>
                <a:ext uri="{FF2B5EF4-FFF2-40B4-BE49-F238E27FC236}">
                  <a16:creationId xmlns:a16="http://schemas.microsoft.com/office/drawing/2014/main" id="{96F9D587-0FA7-4A4A-3BAD-7EB141387794}"/>
                </a:ext>
              </a:extLst>
            </p:cNvPr>
            <p:cNvSpPr/>
            <p:nvPr/>
          </p:nvSpPr>
          <p:spPr>
            <a:xfrm>
              <a:off x="1910680" y="2305589"/>
              <a:ext cx="3479062" cy="499195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24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1.3 アプリケーションサービス
画面の業務ロジック</a:t>
              </a:r>
            </a:p>
          </p:txBody>
        </p:sp>
        <p:sp>
          <p:nvSpPr>
            <p:cNvPr id="44" name="shape_d51_APP_VIEW" title="② 画面状態管理 DeviceIntegrationTestViewModel等">
              <a:extLst>
                <a:ext uri="{FF2B5EF4-FFF2-40B4-BE49-F238E27FC236}">
                  <a16:creationId xmlns:a16="http://schemas.microsoft.com/office/drawing/2014/main" id="{435B3AED-8C91-5DA5-1B4C-5B70AD4A5A02}"/>
                </a:ext>
              </a:extLst>
            </p:cNvPr>
            <p:cNvSpPr/>
            <p:nvPr/>
          </p:nvSpPr>
          <p:spPr>
            <a:xfrm>
              <a:off x="187634" y="500356"/>
              <a:ext cx="2485882" cy="864924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24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1.2 画面状態管理
画面のViewModel</a:t>
              </a:r>
            </a:p>
          </p:txBody>
        </p:sp>
        <p:sp>
          <p:nvSpPr>
            <p:cNvPr id="45" name="shape_d51_DEVICE_CTRL_FACTORY" title="③ ストラテジーファクトリー StrategyFactory&lt;T&gt;">
              <a:extLst>
                <a:ext uri="{FF2B5EF4-FFF2-40B4-BE49-F238E27FC236}">
                  <a16:creationId xmlns:a16="http://schemas.microsoft.com/office/drawing/2014/main" id="{AE08A5ED-2A14-D4BC-FF7A-5A6790F21BC0}"/>
                </a:ext>
              </a:extLst>
            </p:cNvPr>
            <p:cNvSpPr/>
            <p:nvPr/>
          </p:nvSpPr>
          <p:spPr>
            <a:xfrm>
              <a:off x="11935541" y="3421727"/>
              <a:ext cx="3450631" cy="880927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24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2.3 ストラテジーファクトリー
</a:t>
              </a:r>
              <a:r>
                <a:rPr kumimoji="0" lang="en-US" altLang="ja-JP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StrategyFactory&lt;T&gt;</a:t>
              </a:r>
              <a:endParaRPr kumimoji="0" lang="ja-JP" altLang="en-US" sz="442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46" name="shape_d51_APP_BOOT" title="① 構成ルート・ライフサイクル MauiProgram / App">
              <a:extLst>
                <a:ext uri="{FF2B5EF4-FFF2-40B4-BE49-F238E27FC236}">
                  <a16:creationId xmlns:a16="http://schemas.microsoft.com/office/drawing/2014/main" id="{787D119C-4BA1-ED25-C1E4-0AFF71E20744}"/>
                </a:ext>
              </a:extLst>
            </p:cNvPr>
            <p:cNvSpPr/>
            <p:nvPr/>
          </p:nvSpPr>
          <p:spPr>
            <a:xfrm>
              <a:off x="3396774" y="524095"/>
              <a:ext cx="2246898" cy="879190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24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1.1 構成ルート・ライフサイクル
MauiProgram / DeviceControlWindow</a:t>
              </a:r>
            </a:p>
          </p:txBody>
        </p:sp>
        <p:sp>
          <p:nvSpPr>
            <p:cNvPr id="47" name="shape_d51_DEVICE_CTRL_EVENT" title="⑤ 《インターフェース》 イベント受信 IDeviceEventReceiver">
              <a:extLst>
                <a:ext uri="{FF2B5EF4-FFF2-40B4-BE49-F238E27FC236}">
                  <a16:creationId xmlns:a16="http://schemas.microsoft.com/office/drawing/2014/main" id="{7B573B8B-2BD7-DFD1-68DC-D424B7B1FB41}"/>
                </a:ext>
              </a:extLst>
            </p:cNvPr>
            <p:cNvSpPr/>
            <p:nvPr/>
          </p:nvSpPr>
          <p:spPr>
            <a:xfrm>
              <a:off x="12087183" y="533488"/>
              <a:ext cx="1952833" cy="863870"/>
            </a:xfrm>
            <a:prstGeom prst="roundRect">
              <a:avLst/>
            </a:prstGeom>
            <a:solidFill>
              <a:srgbClr val="DDEBF7">
                <a:alpha val="100000"/>
              </a:srgbClr>
            </a:solidFill>
            <a:ln w="11248" cap="flat" cmpd="sng" algn="ctr">
              <a:solidFill>
                <a:srgbClr val="4472C4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2.5 </a:t>
              </a:r>
              <a:r>
                <a:rPr kumimoji="0" lang="en-US" altLang="ja-JP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《</a:t>
              </a:r>
              <a:r>
                <a:rPr kumimoji="0" lang="ja-JP" altLang="en-US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インターフェース</a:t>
              </a:r>
              <a:r>
                <a:rPr kumimoji="0" lang="en-US" altLang="ja-JP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》
</a:t>
              </a:r>
              <a:r>
                <a:rPr kumimoji="0" lang="ja-JP" altLang="en-US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イベント受信
</a:t>
              </a:r>
              <a:r>
                <a:rPr kumimoji="0" lang="en-US" altLang="ja-JP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IDeviceEventReceiver</a:t>
              </a:r>
              <a:endParaRPr kumimoji="0" lang="ja-JP" altLang="en-US" sz="442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48" name="shape_d51_DEVICE_CTRL_CONFIG" title="② 設定サービス DeviceControllerConfigService">
              <a:extLst>
                <a:ext uri="{FF2B5EF4-FFF2-40B4-BE49-F238E27FC236}">
                  <a16:creationId xmlns:a16="http://schemas.microsoft.com/office/drawing/2014/main" id="{AE719E2D-3ACD-7E3E-3DA6-D9F0DF14FB8A}"/>
                </a:ext>
              </a:extLst>
            </p:cNvPr>
            <p:cNvSpPr/>
            <p:nvPr/>
          </p:nvSpPr>
          <p:spPr>
            <a:xfrm>
              <a:off x="12752235" y="2224939"/>
              <a:ext cx="3948469" cy="682979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24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2.2 設定サービス
</a:t>
              </a:r>
              <a:r>
                <a:rPr kumimoji="0" lang="en-US" altLang="ja-JP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DeviceControllerConfigService</a:t>
              </a:r>
              <a:endParaRPr kumimoji="0" lang="ja-JP" altLang="en-US" sz="442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49" name="shape_d51_DEVICE_CTRL_MANAGER" title="① デバイスマネージャー DeviceManager">
              <a:extLst>
                <a:ext uri="{FF2B5EF4-FFF2-40B4-BE49-F238E27FC236}">
                  <a16:creationId xmlns:a16="http://schemas.microsoft.com/office/drawing/2014/main" id="{75906FC6-C508-B280-D99B-AD02B15D36C1}"/>
                </a:ext>
              </a:extLst>
            </p:cNvPr>
            <p:cNvSpPr/>
            <p:nvPr/>
          </p:nvSpPr>
          <p:spPr>
            <a:xfrm>
              <a:off x="7808038" y="2097653"/>
              <a:ext cx="2134027" cy="939796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24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3743" tIns="16871" rIns="33743" bIns="1687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2.1 デバイスマネージャー
</a:t>
              </a:r>
              <a:r>
                <a:rPr kumimoji="0" lang="en-US" altLang="ja-JP" sz="442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DeviceManager</a:t>
              </a:r>
              <a:endParaRPr kumimoji="0" lang="ja-JP" altLang="en-US" sz="442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cxnSp>
          <p:nvCxnSpPr>
            <p:cNvPr id="50" name="edge_d51_01_APP_VIEW_to_APP_SERVICE" descr="ユースケース" title="ユースケース">
              <a:extLst>
                <a:ext uri="{FF2B5EF4-FFF2-40B4-BE49-F238E27FC236}">
                  <a16:creationId xmlns:a16="http://schemas.microsoft.com/office/drawing/2014/main" id="{D5241639-CBB4-247E-92FE-53951519FE7F}"/>
                </a:ext>
              </a:extLst>
            </p:cNvPr>
            <p:cNvCxnSpPr>
              <a:cxnSpLocks/>
              <a:stCxn id="44" idx="2"/>
              <a:endCxn id="43" idx="1"/>
            </p:cNvCxnSpPr>
            <p:nvPr/>
          </p:nvCxnSpPr>
          <p:spPr>
            <a:xfrm rot="16200000" flipH="1">
              <a:off x="1075674" y="1720179"/>
              <a:ext cx="1189906" cy="480105"/>
            </a:xfrm>
            <a:prstGeom prst="bentConnector2">
              <a:avLst/>
            </a:prstGeom>
            <a:noFill/>
            <a:ln w="1124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dge_d51_02_DEVICE_CTRL_MANAGER_to_DEVICE_CTRL_CONFIG" descr="設定を委譲" title="設定を委譲">
              <a:extLst>
                <a:ext uri="{FF2B5EF4-FFF2-40B4-BE49-F238E27FC236}">
                  <a16:creationId xmlns:a16="http://schemas.microsoft.com/office/drawing/2014/main" id="{15EE46CF-12D7-68FA-36B7-A7F868FC4AB4}"/>
                </a:ext>
              </a:extLst>
            </p:cNvPr>
            <p:cNvCxnSpPr>
              <a:cxnSpLocks/>
              <a:stCxn id="49" idx="3"/>
              <a:endCxn id="48" idx="1"/>
            </p:cNvCxnSpPr>
            <p:nvPr/>
          </p:nvCxnSpPr>
          <p:spPr>
            <a:xfrm flipV="1">
              <a:off x="9942066" y="2566428"/>
              <a:ext cx="2810170" cy="1124"/>
            </a:xfrm>
            <a:prstGeom prst="bentConnector3">
              <a:avLst>
                <a:gd name="adj1" fmla="val 50000"/>
              </a:avLst>
            </a:prstGeom>
            <a:noFill/>
            <a:ln w="1124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dge_d51_03_DEVICE_CTRL_MANAGER_to_DEVICE_CTRL_FACTORY" descr="生成を要求" title="生成を要求">
              <a:extLst>
                <a:ext uri="{FF2B5EF4-FFF2-40B4-BE49-F238E27FC236}">
                  <a16:creationId xmlns:a16="http://schemas.microsoft.com/office/drawing/2014/main" id="{665F4F74-D86D-163E-A84A-594212837B48}"/>
                </a:ext>
              </a:extLst>
            </p:cNvPr>
            <p:cNvCxnSpPr>
              <a:cxnSpLocks/>
              <a:stCxn id="49" idx="2"/>
              <a:endCxn id="45" idx="2"/>
            </p:cNvCxnSpPr>
            <p:nvPr/>
          </p:nvCxnSpPr>
          <p:spPr>
            <a:xfrm rot="16200000" flipH="1">
              <a:off x="10635352" y="1277148"/>
              <a:ext cx="1265205" cy="4785803"/>
            </a:xfrm>
            <a:prstGeom prst="bentConnector3">
              <a:avLst>
                <a:gd name="adj1" fmla="val 137211"/>
              </a:avLst>
            </a:prstGeom>
            <a:noFill/>
            <a:ln w="1124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edge_d51_04_DEVICE_CTRL_FACTORY_to_DEVICE_CTRL_CONTRACT" descr="公開契約として返却" title="公開契約として返却">
              <a:extLst>
                <a:ext uri="{FF2B5EF4-FFF2-40B4-BE49-F238E27FC236}">
                  <a16:creationId xmlns:a16="http://schemas.microsoft.com/office/drawing/2014/main" id="{F565C754-DDD2-0D86-0992-E1C7CAB5C26C}"/>
                </a:ext>
              </a:extLst>
            </p:cNvPr>
            <p:cNvCxnSpPr>
              <a:cxnSpLocks/>
              <a:stCxn id="45" idx="3"/>
              <a:endCxn id="42" idx="0"/>
            </p:cNvCxnSpPr>
            <p:nvPr/>
          </p:nvCxnSpPr>
          <p:spPr>
            <a:xfrm>
              <a:off x="15386172" y="3862191"/>
              <a:ext cx="2321666" cy="444314"/>
            </a:xfrm>
            <a:prstGeom prst="bentConnector2">
              <a:avLst/>
            </a:prstGeom>
            <a:noFill/>
            <a:ln w="1124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dge_d51_05_APP_SERVICE_to_DEVICE_CTRL_MANAGER" descr="ストラテジーを取得" title="ストラテジーを取得">
              <a:extLst>
                <a:ext uri="{FF2B5EF4-FFF2-40B4-BE49-F238E27FC236}">
                  <a16:creationId xmlns:a16="http://schemas.microsoft.com/office/drawing/2014/main" id="{2E3930B6-D942-B55B-34BC-6D9DD53F789B}"/>
                </a:ext>
              </a:extLst>
            </p:cNvPr>
            <p:cNvCxnSpPr>
              <a:cxnSpLocks/>
              <a:stCxn id="43" idx="3"/>
              <a:endCxn id="49" idx="1"/>
            </p:cNvCxnSpPr>
            <p:nvPr/>
          </p:nvCxnSpPr>
          <p:spPr>
            <a:xfrm>
              <a:off x="5389742" y="2555187"/>
              <a:ext cx="2418296" cy="12365"/>
            </a:xfrm>
            <a:prstGeom prst="straightConnector1">
              <a:avLst/>
            </a:prstGeom>
            <a:noFill/>
            <a:ln w="1124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edge_d51_06_APP_SERVICE_to_DEVICE_CTRL_CONTRACT" descr="デバイス操作" title="デバイス操作">
              <a:extLst>
                <a:ext uri="{FF2B5EF4-FFF2-40B4-BE49-F238E27FC236}">
                  <a16:creationId xmlns:a16="http://schemas.microsoft.com/office/drawing/2014/main" id="{5113B9A9-B4FD-B11D-93CE-1F71067A448B}"/>
                </a:ext>
              </a:extLst>
            </p:cNvPr>
            <p:cNvCxnSpPr>
              <a:cxnSpLocks/>
              <a:stCxn id="43" idx="2"/>
              <a:endCxn id="42" idx="1"/>
            </p:cNvCxnSpPr>
            <p:nvPr/>
          </p:nvCxnSpPr>
          <p:spPr>
            <a:xfrm rot="16200000" flipH="1">
              <a:off x="8437666" y="-1982669"/>
              <a:ext cx="2761746" cy="12336653"/>
            </a:xfrm>
            <a:prstGeom prst="bentConnector2">
              <a:avLst/>
            </a:prstGeom>
            <a:noFill/>
            <a:ln w="1124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edge_label_d51_01_APP_VIEW_to_APP_SERVICE" descr="ユースケース" title="ユースケース">
              <a:extLst>
                <a:ext uri="{FF2B5EF4-FFF2-40B4-BE49-F238E27FC236}">
                  <a16:creationId xmlns:a16="http://schemas.microsoft.com/office/drawing/2014/main" id="{EF58412C-725B-18EF-80C3-F301A2D7A473}"/>
                </a:ext>
              </a:extLst>
            </p:cNvPr>
            <p:cNvSpPr txBox="1"/>
            <p:nvPr/>
          </p:nvSpPr>
          <p:spPr>
            <a:xfrm>
              <a:off x="1043727" y="1919803"/>
              <a:ext cx="750838" cy="180803"/>
            </a:xfrm>
            <a:prstGeom prst="rect">
              <a:avLst/>
            </a:prstGeom>
            <a:solidFill>
              <a:srgbClr val="FFFFFF"/>
            </a:solidFill>
            <a:ln w="11248">
              <a:solidFill>
                <a:srgbClr val="1F4E79"/>
              </a:solidFill>
            </a:ln>
          </p:spPr>
          <p:txBody>
            <a:bodyPr vert="horz" wrap="square" lIns="16871" tIns="5624" rIns="16871" bIns="562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98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ユースケース</a:t>
              </a:r>
            </a:p>
          </p:txBody>
        </p:sp>
        <p:sp>
          <p:nvSpPr>
            <p:cNvPr id="57" name="edge_label_d51_02_DEVICE_CTRL_MANAGER_to_DEVICE_CTRL_CONFIG" descr="設定を委譲" title="設定を委譲">
              <a:extLst>
                <a:ext uri="{FF2B5EF4-FFF2-40B4-BE49-F238E27FC236}">
                  <a16:creationId xmlns:a16="http://schemas.microsoft.com/office/drawing/2014/main" id="{A5E10188-0A60-7A92-AF51-CEF560572A44}"/>
                </a:ext>
              </a:extLst>
            </p:cNvPr>
            <p:cNvSpPr txBox="1"/>
            <p:nvPr/>
          </p:nvSpPr>
          <p:spPr>
            <a:xfrm>
              <a:off x="10634790" y="2439565"/>
              <a:ext cx="926774" cy="196440"/>
            </a:xfrm>
            <a:prstGeom prst="rect">
              <a:avLst/>
            </a:prstGeom>
            <a:solidFill>
              <a:srgbClr val="FFFFFF"/>
            </a:solidFill>
            <a:ln w="11248">
              <a:solidFill>
                <a:srgbClr val="1F4E79"/>
              </a:solidFill>
            </a:ln>
          </p:spPr>
          <p:txBody>
            <a:bodyPr vert="horz" wrap="square" lIns="16871" tIns="5624" rIns="16871" bIns="562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98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設定を委譲</a:t>
              </a:r>
            </a:p>
          </p:txBody>
        </p:sp>
        <p:sp>
          <p:nvSpPr>
            <p:cNvPr id="58" name="edge_label_d51_03_DEVICE_CTRL_MANAGER_to_DEVICE_CTRL_FACTORY" descr="生成を要求" title="生成を要求">
              <a:extLst>
                <a:ext uri="{FF2B5EF4-FFF2-40B4-BE49-F238E27FC236}">
                  <a16:creationId xmlns:a16="http://schemas.microsoft.com/office/drawing/2014/main" id="{8FD0B72D-1A87-EFE4-DDFD-1FA223D59BB1}"/>
                </a:ext>
              </a:extLst>
            </p:cNvPr>
            <p:cNvSpPr txBox="1"/>
            <p:nvPr/>
          </p:nvSpPr>
          <p:spPr>
            <a:xfrm>
              <a:off x="10207155" y="4402846"/>
              <a:ext cx="1041317" cy="194703"/>
            </a:xfrm>
            <a:prstGeom prst="rect">
              <a:avLst/>
            </a:prstGeom>
            <a:solidFill>
              <a:srgbClr val="FFFFFF"/>
            </a:solidFill>
            <a:ln w="11248">
              <a:solidFill>
                <a:srgbClr val="1F4E79"/>
              </a:solidFill>
            </a:ln>
          </p:spPr>
          <p:txBody>
            <a:bodyPr vert="horz" wrap="square" lIns="16871" tIns="5624" rIns="16871" bIns="562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98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生成を要求</a:t>
              </a:r>
            </a:p>
          </p:txBody>
        </p:sp>
        <p:sp>
          <p:nvSpPr>
            <p:cNvPr id="59" name="edge_label_d51_04_DEVICE_CTRL_FACTORY_to_DEVICE_CTRL_CONTRACT" descr="公開契約として返却" title="公開契約として返却">
              <a:extLst>
                <a:ext uri="{FF2B5EF4-FFF2-40B4-BE49-F238E27FC236}">
                  <a16:creationId xmlns:a16="http://schemas.microsoft.com/office/drawing/2014/main" id="{7E02A816-9F43-3EE6-94C0-A77A3589E3A8}"/>
                </a:ext>
              </a:extLst>
            </p:cNvPr>
            <p:cNvSpPr txBox="1"/>
            <p:nvPr/>
          </p:nvSpPr>
          <p:spPr>
            <a:xfrm>
              <a:off x="15996462" y="3786695"/>
              <a:ext cx="1372664" cy="198605"/>
            </a:xfrm>
            <a:prstGeom prst="rect">
              <a:avLst/>
            </a:prstGeom>
            <a:solidFill>
              <a:srgbClr val="FFFFFF"/>
            </a:solidFill>
            <a:ln w="11248">
              <a:solidFill>
                <a:srgbClr val="1F4E79"/>
              </a:solidFill>
            </a:ln>
          </p:spPr>
          <p:txBody>
            <a:bodyPr vert="horz" wrap="square" lIns="16871" tIns="5624" rIns="16871" bIns="562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98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公開契約として返却</a:t>
              </a:r>
            </a:p>
          </p:txBody>
        </p:sp>
        <p:sp>
          <p:nvSpPr>
            <p:cNvPr id="60" name="edge_label_d51_05_APP_SERVICE_to_DEVICE_CTRL_MANAGER" descr="ストラテジーを取得" title="ストラテジーを取得">
              <a:extLst>
                <a:ext uri="{FF2B5EF4-FFF2-40B4-BE49-F238E27FC236}">
                  <a16:creationId xmlns:a16="http://schemas.microsoft.com/office/drawing/2014/main" id="{3B53F97D-1050-5AFB-D472-9A5893C28B7E}"/>
                </a:ext>
              </a:extLst>
            </p:cNvPr>
            <p:cNvSpPr txBox="1"/>
            <p:nvPr/>
          </p:nvSpPr>
          <p:spPr>
            <a:xfrm>
              <a:off x="5716083" y="2450217"/>
              <a:ext cx="1305409" cy="205555"/>
            </a:xfrm>
            <a:prstGeom prst="rect">
              <a:avLst/>
            </a:prstGeom>
            <a:solidFill>
              <a:srgbClr val="FFFFFF"/>
            </a:solidFill>
            <a:ln w="11248">
              <a:solidFill>
                <a:srgbClr val="1F4E79"/>
              </a:solidFill>
            </a:ln>
          </p:spPr>
          <p:txBody>
            <a:bodyPr vert="horz" wrap="square" lIns="16871" tIns="5624" rIns="16871" bIns="562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398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ストラテジーを取得</a:t>
              </a:r>
            </a:p>
          </p:txBody>
        </p:sp>
        <p:sp>
          <p:nvSpPr>
            <p:cNvPr id="61" name="edge_label_d51_06_APP_SERVICE_to_DEVICE_CTRL_CONTRACT">
              <a:extLst>
                <a:ext uri="{FF2B5EF4-FFF2-40B4-BE49-F238E27FC236}">
                  <a16:creationId xmlns:a16="http://schemas.microsoft.com/office/drawing/2014/main" id="{2DFDC522-3571-8DB5-45D1-207E93D34335}"/>
                </a:ext>
              </a:extLst>
            </p:cNvPr>
            <p:cNvSpPr txBox="1"/>
            <p:nvPr/>
          </p:nvSpPr>
          <p:spPr>
            <a:xfrm>
              <a:off x="10163823" y="3334374"/>
              <a:ext cx="1168400" cy="179536"/>
            </a:xfrm>
            <a:prstGeom prst="rect">
              <a:avLst/>
            </a:prstGeom>
            <a:noFill/>
          </p:spPr>
          <p:txBody>
            <a:bodyPr vert="horz" wrap="square" lIns="12333" tIns="6167" rIns="12333" bIns="6167" rtlCol="0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486">
                  <a:solidFill>
                    <a:srgbClr val="514137"/>
                  </a:solidFill>
                  <a:latin typeface="Yu Gothic" panose="020B0400000000000000" pitchFamily="50" charset="-128"/>
                </a:rPr>
                <a:t>デバイス操作</a:t>
              </a:r>
            </a:p>
          </p:txBody>
        </p:sp>
        <p:sp>
          <p:nvSpPr>
            <p:cNvPr id="62" name="Rounded Rectangle 125">
              <a:extLst>
                <a:ext uri="{FF2B5EF4-FFF2-40B4-BE49-F238E27FC236}">
                  <a16:creationId xmlns:a16="http://schemas.microsoft.com/office/drawing/2014/main" id="{0102AA0B-9B10-407A-9D2E-128E56B58A60}"/>
                </a:ext>
              </a:extLst>
            </p:cNvPr>
            <p:cNvSpPr/>
            <p:nvPr/>
          </p:nvSpPr>
          <p:spPr>
            <a:xfrm>
              <a:off x="7796543" y="489574"/>
              <a:ext cx="3108960" cy="914400"/>
            </a:xfrm>
            <a:prstGeom prst="roundRect">
              <a:avLst>
                <a:gd name="adj" fmla="val 10000"/>
              </a:avLst>
            </a:prstGeom>
            <a:solidFill>
              <a:srgbClr val="E2F0D9"/>
            </a:solidFill>
            <a:ln w="7708">
              <a:solidFill>
                <a:srgbClr val="5381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2200" tIns="0" rIns="22200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534" b="1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起動と終了の管理</a:t>
              </a:r>
            </a:p>
            <a:p>
              <a:pPr algn="ctr"/>
              <a:r>
                <a:rPr sz="486" b="0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DeviceRuntime</a:t>
              </a:r>
            </a:p>
          </p:txBody>
        </p:sp>
        <p:sp>
          <p:nvSpPr>
            <p:cNvPr id="63" name="Rectangle 127">
              <a:extLst>
                <a:ext uri="{FF2B5EF4-FFF2-40B4-BE49-F238E27FC236}">
                  <a16:creationId xmlns:a16="http://schemas.microsoft.com/office/drawing/2014/main" id="{72C860B2-9C97-C6CB-CD99-F937E46FF2C0}"/>
                </a:ext>
              </a:extLst>
            </p:cNvPr>
            <p:cNvSpPr/>
            <p:nvPr/>
          </p:nvSpPr>
          <p:spPr>
            <a:xfrm>
              <a:off x="6315215" y="827902"/>
              <a:ext cx="813816" cy="237744"/>
            </a:xfrm>
            <a:prstGeom prst="rect">
              <a:avLst/>
            </a:prstGeom>
            <a:solidFill>
              <a:srgbClr val="FFFFFF"/>
            </a:solidFill>
            <a:ln w="12333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2200" tIns="0" rIns="22200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437" b="0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開始と停止</a:t>
              </a:r>
            </a:p>
          </p:txBody>
        </p:sp>
        <p:sp>
          <p:nvSpPr>
            <p:cNvPr id="64" name="Rectangle 129">
              <a:extLst>
                <a:ext uri="{FF2B5EF4-FFF2-40B4-BE49-F238E27FC236}">
                  <a16:creationId xmlns:a16="http://schemas.microsoft.com/office/drawing/2014/main" id="{7E6F8FC8-E9F6-A7F9-3F16-2BBCF4878451}"/>
                </a:ext>
              </a:extLst>
            </p:cNvPr>
            <p:cNvSpPr/>
            <p:nvPr/>
          </p:nvSpPr>
          <p:spPr>
            <a:xfrm>
              <a:off x="11028947" y="837046"/>
              <a:ext cx="932688" cy="237744"/>
            </a:xfrm>
            <a:prstGeom prst="rect">
              <a:avLst/>
            </a:prstGeom>
            <a:solidFill>
              <a:srgbClr val="FFFFFF"/>
            </a:solidFill>
            <a:ln w="12333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2200" tIns="0" rIns="22200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437" b="0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イベント受信</a:t>
              </a:r>
            </a:p>
          </p:txBody>
        </p:sp>
        <p:sp>
          <p:nvSpPr>
            <p:cNvPr id="65" name="Rectangle 131">
              <a:extLst>
                <a:ext uri="{FF2B5EF4-FFF2-40B4-BE49-F238E27FC236}">
                  <a16:creationId xmlns:a16="http://schemas.microsoft.com/office/drawing/2014/main" id="{03E31FF8-1DFB-3D5E-C302-0DA3BD129185}"/>
                </a:ext>
              </a:extLst>
            </p:cNvPr>
            <p:cNvSpPr/>
            <p:nvPr/>
          </p:nvSpPr>
          <p:spPr>
            <a:xfrm>
              <a:off x="8816099" y="1650862"/>
              <a:ext cx="576072" cy="237744"/>
            </a:xfrm>
            <a:prstGeom prst="rect">
              <a:avLst/>
            </a:prstGeom>
            <a:solidFill>
              <a:srgbClr val="FFFFFF"/>
            </a:solidFill>
            <a:ln w="12333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2200" tIns="0" rIns="22200" bIns="0" rtlCol="0" anchor="ctr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437" b="0">
                  <a:solidFill>
                    <a:srgbClr val="111111"/>
                  </a:solidFill>
                  <a:latin typeface="Meiryo UI"/>
                  <a:ea typeface="Meiryo UI"/>
                  <a:cs typeface="Meiryo UI"/>
                </a:rPr>
                <a:t>初期化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1419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ImportedDiagram_slide_2">
            <a:extLst>
              <a:ext uri="{FF2B5EF4-FFF2-40B4-BE49-F238E27FC236}">
                <a16:creationId xmlns:a16="http://schemas.microsoft.com/office/drawing/2014/main" id="{D61201A3-99A0-4E35-87CE-35A5AA20A672}"/>
              </a:ext>
            </a:extLst>
          </p:cNvPr>
          <p:cNvGrpSpPr>
            <a:grpSpLocks noChangeAspect="1"/>
          </p:cNvGrpSpPr>
          <p:nvPr/>
        </p:nvGrpSpPr>
        <p:grpSpPr>
          <a:xfrm>
            <a:off x="76200" y="1900487"/>
            <a:ext cx="12547600" cy="3311025"/>
            <a:chOff x="0" y="0"/>
            <a:chExt cx="19555044" cy="5114502"/>
          </a:xfrm>
        </p:grpSpPr>
        <p:sp>
          <p:nvSpPr>
            <p:cNvPr id="28" name="frame_0">
              <a:extLst>
                <a:ext uri="{FF2B5EF4-FFF2-40B4-BE49-F238E27FC236}">
                  <a16:creationId xmlns:a16="http://schemas.microsoft.com/office/drawing/2014/main" id="{674F2E40-FFB3-D5C8-0E1D-74BE1012EC48}"/>
                </a:ext>
              </a:extLst>
            </p:cNvPr>
            <p:cNvSpPr/>
            <p:nvPr/>
          </p:nvSpPr>
          <p:spPr>
            <a:xfrm>
              <a:off x="0" y="0"/>
              <a:ext cx="19555044" cy="5114502"/>
            </a:xfrm>
            <a:prstGeom prst="roundRect">
              <a:avLst>
                <a:gd name="adj" fmla="val 3000"/>
              </a:avLst>
            </a:prstGeom>
            <a:noFill/>
            <a:ln w="11084">
              <a:solidFill>
                <a:srgbClr val="538135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29" name="frame_title_0">
              <a:extLst>
                <a:ext uri="{FF2B5EF4-FFF2-40B4-BE49-F238E27FC236}">
                  <a16:creationId xmlns:a16="http://schemas.microsoft.com/office/drawing/2014/main" id="{F2C40708-2DF3-861B-6CAC-71C669302363}"/>
                </a:ext>
              </a:extLst>
            </p:cNvPr>
            <p:cNvSpPr/>
            <p:nvPr/>
          </p:nvSpPr>
          <p:spPr>
            <a:xfrm>
              <a:off x="9050238" y="76543"/>
              <a:ext cx="1454568" cy="327690"/>
            </a:xfrm>
            <a:prstGeom prst="rect">
              <a:avLst/>
            </a:prstGeom>
            <a:solidFill>
              <a:srgbClr val="E2F0D9"/>
            </a:solidFill>
            <a:ln w="4750">
              <a:noFill/>
            </a:ln>
          </p:spPr>
          <p:txBody>
            <a:bodyPr wrap="square" lIns="17954" tIns="8977" rIns="17954" bIns="8977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sz="648" b="1">
                  <a:solidFill>
                    <a:srgbClr val="538135"/>
                  </a:solidFill>
                  <a:latin typeface="Meiryo UI"/>
                  <a:ea typeface="Meiryo UI"/>
                  <a:cs typeface="Meiryo UI"/>
                </a:rPr>
                <a:t>1 設定管理</a:t>
              </a:r>
            </a:p>
          </p:txBody>
        </p:sp>
        <p:sp>
          <p:nvSpPr>
            <p:cNvPr id="30" name="shape_d61_CONFIG_DOMAIN_DEFAULT" title="④ 《設定資源》 デフォルト設定 TabletPos.DeviceCtrl組込みリソース">
              <a:extLst>
                <a:ext uri="{FF2B5EF4-FFF2-40B4-BE49-F238E27FC236}">
                  <a16:creationId xmlns:a16="http://schemas.microsoft.com/office/drawing/2014/main" id="{B5174D61-63FC-4811-8634-3EC3C4993DD5}"/>
                </a:ext>
              </a:extLst>
            </p:cNvPr>
            <p:cNvSpPr/>
            <p:nvPr/>
          </p:nvSpPr>
          <p:spPr>
            <a:xfrm>
              <a:off x="8969005" y="2518622"/>
              <a:ext cx="2844275" cy="609647"/>
            </a:xfrm>
            <a:prstGeom prst="roundRect">
              <a:avLst/>
            </a:prstGeom>
            <a:solidFill>
              <a:srgbClr val="FFF2CC">
                <a:alpha val="100000"/>
              </a:srgbClr>
            </a:solidFill>
            <a:ln w="12668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1.4 </a:t>
              </a:r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《</a:t>
              </a:r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設定資源</a:t>
              </a:r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》</a:t>
              </a:r>
            </a:p>
            <a:p>
              <a:pPr algn="ctr"/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最終フォールバック</a:t>
              </a:r>
            </a:p>
            <a:p>
              <a:pPr algn="ctr"/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Pos.DeviceCtrl組込みリソース</a:t>
              </a:r>
              <a:endParaRPr kumimoji="0" lang="ja-JP" altLang="en-US" sz="498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31" name="shape_d61_CONFIG_DOMAIN_RUNTIME" title="③ 《設定資源》 ランタイム設定 device_controller_config.json">
              <a:extLst>
                <a:ext uri="{FF2B5EF4-FFF2-40B4-BE49-F238E27FC236}">
                  <a16:creationId xmlns:a16="http://schemas.microsoft.com/office/drawing/2014/main" id="{F31C2069-BD38-7AB0-BA62-590F5D0229E1}"/>
                </a:ext>
              </a:extLst>
            </p:cNvPr>
            <p:cNvSpPr/>
            <p:nvPr/>
          </p:nvSpPr>
          <p:spPr>
            <a:xfrm>
              <a:off x="8761102" y="4052484"/>
              <a:ext cx="3108485" cy="609647"/>
            </a:xfrm>
            <a:prstGeom prst="roundRect">
              <a:avLst/>
            </a:prstGeom>
            <a:solidFill>
              <a:srgbClr val="FFF2CC">
                <a:alpha val="100000"/>
              </a:srgbClr>
            </a:solidFill>
            <a:ln w="12668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1.3 </a:t>
              </a:r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《</a:t>
              </a:r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設定資源</a:t>
              </a:r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》</a:t>
              </a:r>
            </a:p>
            <a:p>
              <a:pPr algn="ctr"/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起動時取込</a:t>
              </a:r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JSON</a:t>
              </a:r>
            </a:p>
            <a:p>
              <a:pPr algn="ctr"/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device_controller_config.json</a:t>
              </a:r>
              <a:endParaRPr kumimoji="0" lang="ja-JP" altLang="en-US" sz="498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32" name="shape_d61_CONFIG_DOMAIN_CONFIG" title="② 設定サービス DeviceControllerConfigService">
              <a:extLst>
                <a:ext uri="{FF2B5EF4-FFF2-40B4-BE49-F238E27FC236}">
                  <a16:creationId xmlns:a16="http://schemas.microsoft.com/office/drawing/2014/main" id="{723271D6-A958-755E-62A2-FB16420B423D}"/>
                </a:ext>
              </a:extLst>
            </p:cNvPr>
            <p:cNvSpPr/>
            <p:nvPr/>
          </p:nvSpPr>
          <p:spPr>
            <a:xfrm>
              <a:off x="5176527" y="825794"/>
              <a:ext cx="3134364" cy="842943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266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1.2 設定サービス
</a:t>
              </a:r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DeviceControllerConfigService</a:t>
              </a:r>
              <a:endParaRPr kumimoji="0" lang="ja-JP" altLang="en-US" sz="317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shape_d61_CONFIG_DOMAIN_MANAGER" title="① デバイスマネージャー DeviceManager">
              <a:extLst>
                <a:ext uri="{FF2B5EF4-FFF2-40B4-BE49-F238E27FC236}">
                  <a16:creationId xmlns:a16="http://schemas.microsoft.com/office/drawing/2014/main" id="{5A499871-D40D-8894-76CA-B0CEAA57C817}"/>
                </a:ext>
              </a:extLst>
            </p:cNvPr>
            <p:cNvSpPr/>
            <p:nvPr/>
          </p:nvSpPr>
          <p:spPr>
            <a:xfrm>
              <a:off x="210658" y="954654"/>
              <a:ext cx="3129330" cy="580629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266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1.1 デバイスマネージャー
</a:t>
              </a:r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DeviceManager</a:t>
              </a:r>
              <a:endParaRPr kumimoji="0" lang="ja-JP" altLang="en-US" sz="498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34" name="shape_d61_CONFIG_DOMAIN_ACTIVE" title="⑥ 有効デバイス ActiveDevice">
              <a:extLst>
                <a:ext uri="{FF2B5EF4-FFF2-40B4-BE49-F238E27FC236}">
                  <a16:creationId xmlns:a16="http://schemas.microsoft.com/office/drawing/2014/main" id="{34215BF5-31C6-DC21-C538-ABFC964F5BB7}"/>
                </a:ext>
              </a:extLst>
            </p:cNvPr>
            <p:cNvSpPr/>
            <p:nvPr/>
          </p:nvSpPr>
          <p:spPr>
            <a:xfrm>
              <a:off x="16329375" y="1941006"/>
              <a:ext cx="3015011" cy="852008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266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1.6 有効デバイス
</a:t>
              </a:r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ActiveDevice</a:t>
              </a:r>
              <a:endParaRPr kumimoji="0" lang="ja-JP" altLang="en-US" sz="498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35" name="shape_d61_CONFIG_DOMAIN_SPEC" title="⑦ デバイス仕様 DeviceSpec">
              <a:extLst>
                <a:ext uri="{FF2B5EF4-FFF2-40B4-BE49-F238E27FC236}">
                  <a16:creationId xmlns:a16="http://schemas.microsoft.com/office/drawing/2014/main" id="{8054943E-11A1-9D0A-EE31-4197E2812709}"/>
                </a:ext>
              </a:extLst>
            </p:cNvPr>
            <p:cNvSpPr/>
            <p:nvPr/>
          </p:nvSpPr>
          <p:spPr>
            <a:xfrm>
              <a:off x="15364547" y="3986143"/>
              <a:ext cx="3009159" cy="839041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266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1.7 デバイス仕様
</a:t>
              </a:r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DeviceSpec</a:t>
              </a:r>
              <a:endParaRPr kumimoji="0" lang="ja-JP" altLang="en-US" sz="498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36" name="shape_d61_CONFIG_DOMAIN_MODEL" title="⑤ 設定モデル DeviceConfig">
              <a:extLst>
                <a:ext uri="{FF2B5EF4-FFF2-40B4-BE49-F238E27FC236}">
                  <a16:creationId xmlns:a16="http://schemas.microsoft.com/office/drawing/2014/main" id="{D87A44B2-69D1-3653-206E-8F40209FDCFF}"/>
                </a:ext>
              </a:extLst>
            </p:cNvPr>
            <p:cNvSpPr/>
            <p:nvPr/>
          </p:nvSpPr>
          <p:spPr>
            <a:xfrm>
              <a:off x="12386223" y="1934251"/>
              <a:ext cx="2561434" cy="834453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2668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1.5 設定モデル
</a:t>
              </a:r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DeviceConfig</a:t>
              </a:r>
              <a:endParaRPr kumimoji="0" lang="ja-JP" altLang="en-US" sz="498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cxnSp>
          <p:nvCxnSpPr>
            <p:cNvPr id="37" name="edge_d61_01_CONFIG_DOMAIN_MANAGER_to_CONFIG_DOMAIN_CONFIG" descr="初期化・保存を委譲" title="初期化・保存を委譲">
              <a:extLst>
                <a:ext uri="{FF2B5EF4-FFF2-40B4-BE49-F238E27FC236}">
                  <a16:creationId xmlns:a16="http://schemas.microsoft.com/office/drawing/2014/main" id="{1CDFAFCA-0D53-1666-A18B-49E1067CCF46}"/>
                </a:ext>
              </a:extLst>
            </p:cNvPr>
            <p:cNvCxnSpPr>
              <a:cxnSpLocks/>
              <a:stCxn id="33" idx="3"/>
              <a:endCxn id="32" idx="1"/>
            </p:cNvCxnSpPr>
            <p:nvPr/>
          </p:nvCxnSpPr>
          <p:spPr>
            <a:xfrm>
              <a:off x="3339989" y="1244970"/>
              <a:ext cx="1836538" cy="2295"/>
            </a:xfrm>
            <a:prstGeom prst="straightConnector1">
              <a:avLst/>
            </a:prstGeom>
            <a:noFill/>
            <a:ln w="1266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dge_d61_02_CONFIG_DOMAIN_CONFIG_to_CONFIG_DOMAIN_RUNTIME" descr="優先読込・保存" title="優先読込・保存">
              <a:extLst>
                <a:ext uri="{FF2B5EF4-FFF2-40B4-BE49-F238E27FC236}">
                  <a16:creationId xmlns:a16="http://schemas.microsoft.com/office/drawing/2014/main" id="{4EF3AE53-659E-7022-9775-C32278BE0EDC}"/>
                </a:ext>
              </a:extLst>
            </p:cNvPr>
            <p:cNvCxnSpPr>
              <a:cxnSpLocks/>
              <a:stCxn id="32" idx="2"/>
              <a:endCxn id="31" idx="1"/>
            </p:cNvCxnSpPr>
            <p:nvPr/>
          </p:nvCxnSpPr>
          <p:spPr>
            <a:xfrm rot="16200000" flipH="1">
              <a:off x="6408121" y="2004326"/>
              <a:ext cx="2688572" cy="2017391"/>
            </a:xfrm>
            <a:prstGeom prst="bentConnector2">
              <a:avLst/>
            </a:prstGeom>
            <a:noFill/>
            <a:ln w="12668" cap="flat" cmpd="sng" algn="ctr">
              <a:solidFill>
                <a:srgbClr val="4472C4"/>
              </a:solidFill>
              <a:prstDash val="solid"/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dge_d61_03_CONFIG_DOMAIN_CONFIG_to_CONFIG_DOMAIN_DEFAULT" descr="フォールバック" title="フォールバック">
              <a:extLst>
                <a:ext uri="{FF2B5EF4-FFF2-40B4-BE49-F238E27FC236}">
                  <a16:creationId xmlns:a16="http://schemas.microsoft.com/office/drawing/2014/main" id="{5B45736B-C7A5-6E0C-7B19-A8696FA571C9}"/>
                </a:ext>
              </a:extLst>
            </p:cNvPr>
            <p:cNvCxnSpPr>
              <a:cxnSpLocks/>
              <a:stCxn id="32" idx="3"/>
              <a:endCxn id="30" idx="1"/>
            </p:cNvCxnSpPr>
            <p:nvPr/>
          </p:nvCxnSpPr>
          <p:spPr>
            <a:xfrm>
              <a:off x="8310892" y="1247265"/>
              <a:ext cx="658113" cy="1576182"/>
            </a:xfrm>
            <a:prstGeom prst="bentConnector3">
              <a:avLst>
                <a:gd name="adj1" fmla="val 50000"/>
              </a:avLst>
            </a:prstGeom>
            <a:noFill/>
            <a:ln w="12668" cap="flat" cmpd="sng" algn="ctr">
              <a:solidFill>
                <a:srgbClr val="7F7F7F"/>
              </a:solidFill>
              <a:prstDash val="dash"/>
              <a:headEnd type="arrow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dge_d61_04_CONFIG_DOMAIN_CONFIG_to_CONFIG_DOMAIN_MODEL" descr="デシリアライズ" title="デシリアライズ">
              <a:extLst>
                <a:ext uri="{FF2B5EF4-FFF2-40B4-BE49-F238E27FC236}">
                  <a16:creationId xmlns:a16="http://schemas.microsoft.com/office/drawing/2014/main" id="{121BA29A-4ED5-ADFA-E0CE-DA2FA5DA61A9}"/>
                </a:ext>
              </a:extLst>
            </p:cNvPr>
            <p:cNvCxnSpPr/>
            <p:nvPr/>
          </p:nvCxnSpPr>
          <p:spPr>
            <a:xfrm>
              <a:off x="6746634" y="825794"/>
              <a:ext cx="6784913" cy="1108458"/>
            </a:xfrm>
            <a:prstGeom prst="bentConnector3">
              <a:avLst>
                <a:gd name="adj1" fmla="val 50000"/>
              </a:avLst>
            </a:prstGeom>
            <a:noFill/>
            <a:ln w="1266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dge_d61_05_CONFIG_DOMAIN_MODEL_to_CONFIG_DOMAIN_ACTIVE" descr="保持" title="保持">
              <a:extLst>
                <a:ext uri="{FF2B5EF4-FFF2-40B4-BE49-F238E27FC236}">
                  <a16:creationId xmlns:a16="http://schemas.microsoft.com/office/drawing/2014/main" id="{08045367-542F-AA14-DFF8-89FA6B786929}"/>
                </a:ext>
              </a:extLst>
            </p:cNvPr>
            <p:cNvCxnSpPr>
              <a:cxnSpLocks/>
              <a:stCxn id="36" idx="3"/>
              <a:endCxn id="34" idx="1"/>
            </p:cNvCxnSpPr>
            <p:nvPr/>
          </p:nvCxnSpPr>
          <p:spPr>
            <a:xfrm>
              <a:off x="14947656" y="2351480"/>
              <a:ext cx="1381719" cy="15531"/>
            </a:xfrm>
            <a:prstGeom prst="straightConnector1">
              <a:avLst/>
            </a:prstGeom>
            <a:noFill/>
            <a:ln w="1266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dge_d61_06_CONFIG_DOMAIN_MODEL_to_CONFIG_DOMAIN_SPEC" descr="保持" title="保持">
              <a:extLst>
                <a:ext uri="{FF2B5EF4-FFF2-40B4-BE49-F238E27FC236}">
                  <a16:creationId xmlns:a16="http://schemas.microsoft.com/office/drawing/2014/main" id="{D759B095-2DB3-DD58-A219-575EE08D60A3}"/>
                </a:ext>
              </a:extLst>
            </p:cNvPr>
            <p:cNvCxnSpPr>
              <a:cxnSpLocks/>
              <a:stCxn id="36" idx="2"/>
              <a:endCxn id="35" idx="1"/>
            </p:cNvCxnSpPr>
            <p:nvPr/>
          </p:nvCxnSpPr>
          <p:spPr>
            <a:xfrm rot="16200000" flipH="1">
              <a:off x="13697264" y="2738380"/>
              <a:ext cx="1636960" cy="1697608"/>
            </a:xfrm>
            <a:prstGeom prst="bentConnector2">
              <a:avLst/>
            </a:prstGeom>
            <a:noFill/>
            <a:ln w="12668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edge_label_d61_01_CONFIG_DOMAIN_MANAGER_to_CONFIG_DOMAIN_CONFIG" descr="初期化・保存を委譲" title="初期化・保存を委譲">
              <a:extLst>
                <a:ext uri="{FF2B5EF4-FFF2-40B4-BE49-F238E27FC236}">
                  <a16:creationId xmlns:a16="http://schemas.microsoft.com/office/drawing/2014/main" id="{C7CCA05B-DA0F-8977-3E8D-A201B09B660E}"/>
                </a:ext>
              </a:extLst>
            </p:cNvPr>
            <p:cNvSpPr txBox="1"/>
            <p:nvPr/>
          </p:nvSpPr>
          <p:spPr>
            <a:xfrm>
              <a:off x="3720156" y="1105404"/>
              <a:ext cx="1144945" cy="224020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9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初期化・保存を委譲</a:t>
              </a:r>
            </a:p>
          </p:txBody>
        </p:sp>
        <p:sp>
          <p:nvSpPr>
            <p:cNvPr id="44" name="edge_label_d61_02_CONFIG_DOMAIN_CONFIG_to_CONFIG_DOMAIN_RUNTIME" descr="優先読込・保存" title="優先読込・保存">
              <a:extLst>
                <a:ext uri="{FF2B5EF4-FFF2-40B4-BE49-F238E27FC236}">
                  <a16:creationId xmlns:a16="http://schemas.microsoft.com/office/drawing/2014/main" id="{F7394DE4-DC73-E2E2-EB7C-3FD20D8B8B78}"/>
                </a:ext>
              </a:extLst>
            </p:cNvPr>
            <p:cNvSpPr txBox="1"/>
            <p:nvPr/>
          </p:nvSpPr>
          <p:spPr>
            <a:xfrm>
              <a:off x="5987135" y="2901910"/>
              <a:ext cx="1524000" cy="309671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38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起動時に取込</a:t>
              </a:r>
            </a:p>
          </p:txBody>
        </p:sp>
        <p:sp>
          <p:nvSpPr>
            <p:cNvPr id="45" name="edge_label_d61_03_CONFIG_DOMAIN_CONFIG_to_CONFIG_DOMAIN_DEFAULT" descr="フォールバック" title="フォールバック">
              <a:extLst>
                <a:ext uri="{FF2B5EF4-FFF2-40B4-BE49-F238E27FC236}">
                  <a16:creationId xmlns:a16="http://schemas.microsoft.com/office/drawing/2014/main" id="{8F52D634-5111-E625-C1C1-4DBA136554BB}"/>
                </a:ext>
              </a:extLst>
            </p:cNvPr>
            <p:cNvSpPr txBox="1"/>
            <p:nvPr/>
          </p:nvSpPr>
          <p:spPr>
            <a:xfrm>
              <a:off x="8058727" y="1743275"/>
              <a:ext cx="1100085" cy="167965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en-US" altLang="ja-JP" sz="438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JSON</a:t>
              </a:r>
              <a:r>
                <a:rPr kumimoji="0" lang="ja-JP" altLang="en-US" sz="438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・</a:t>
              </a:r>
              <a:r>
                <a:rPr kumimoji="0" lang="en-US" altLang="ja-JP" sz="438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DB</a:t>
              </a:r>
              <a:r>
                <a:rPr kumimoji="0" lang="ja-JP" altLang="en-US" sz="438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未使用時</a:t>
              </a:r>
            </a:p>
          </p:txBody>
        </p:sp>
        <p:sp>
          <p:nvSpPr>
            <p:cNvPr id="46" name="edge_label_d61_04_CONFIG_DOMAIN_CONFIG_to_CONFIG_DOMAIN_MODEL" descr="デシリアライズ" title="デシリアライズ">
              <a:extLst>
                <a:ext uri="{FF2B5EF4-FFF2-40B4-BE49-F238E27FC236}">
                  <a16:creationId xmlns:a16="http://schemas.microsoft.com/office/drawing/2014/main" id="{EE38E5AE-8DD0-5485-4001-0F288CA1A4CB}"/>
                </a:ext>
              </a:extLst>
            </p:cNvPr>
            <p:cNvSpPr txBox="1"/>
            <p:nvPr/>
          </p:nvSpPr>
          <p:spPr>
            <a:xfrm>
              <a:off x="10208776" y="508802"/>
              <a:ext cx="933159" cy="167965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38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設定モデルを提供</a:t>
              </a:r>
            </a:p>
          </p:txBody>
        </p:sp>
        <p:sp>
          <p:nvSpPr>
            <p:cNvPr id="47" name="edge_label_d61_05_CONFIG_DOMAIN_MODEL_to_CONFIG_DOMAIN_ACTIVE" descr="保持" title="保持">
              <a:extLst>
                <a:ext uri="{FF2B5EF4-FFF2-40B4-BE49-F238E27FC236}">
                  <a16:creationId xmlns:a16="http://schemas.microsoft.com/office/drawing/2014/main" id="{46D4657A-866C-1EF4-D27F-CD9F62E7389B}"/>
                </a:ext>
              </a:extLst>
            </p:cNvPr>
            <p:cNvSpPr txBox="1"/>
            <p:nvPr/>
          </p:nvSpPr>
          <p:spPr>
            <a:xfrm>
              <a:off x="15450613" y="2251458"/>
              <a:ext cx="646584" cy="212646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9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保持</a:t>
              </a:r>
            </a:p>
          </p:txBody>
        </p:sp>
        <p:sp>
          <p:nvSpPr>
            <p:cNvPr id="48" name="edge_label_d61_06_CONFIG_DOMAIN_MODEL_to_CONFIG_DOMAIN_SPEC" descr="保持" title="保持">
              <a:extLst>
                <a:ext uri="{FF2B5EF4-FFF2-40B4-BE49-F238E27FC236}">
                  <a16:creationId xmlns:a16="http://schemas.microsoft.com/office/drawing/2014/main" id="{5D620827-8E10-0B3D-4B63-656F90DF4634}"/>
                </a:ext>
              </a:extLst>
            </p:cNvPr>
            <p:cNvSpPr txBox="1"/>
            <p:nvPr/>
          </p:nvSpPr>
          <p:spPr>
            <a:xfrm>
              <a:off x="13296917" y="3479885"/>
              <a:ext cx="638781" cy="216548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9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保持</a:t>
              </a:r>
            </a:p>
          </p:txBody>
        </p:sp>
        <p:cxnSp>
          <p:nvCxnSpPr>
            <p:cNvPr id="49" name="edge_d61_07_CONFIG_DOMAIN_CONFIG_to_CONFIG_DOMAIN_DB">
              <a:extLst>
                <a:ext uri="{FF2B5EF4-FFF2-40B4-BE49-F238E27FC236}">
                  <a16:creationId xmlns:a16="http://schemas.microsoft.com/office/drawing/2014/main" id="{079D849E-4B2A-83B4-4B15-03F1F0222764}"/>
                </a:ext>
              </a:extLst>
            </p:cNvPr>
            <p:cNvCxnSpPr>
              <a:cxnSpLocks/>
              <a:endCxn id="50" idx="0"/>
            </p:cNvCxnSpPr>
            <p:nvPr/>
          </p:nvCxnSpPr>
          <p:spPr>
            <a:xfrm rot="5400000">
              <a:off x="4380110" y="1923572"/>
              <a:ext cx="1865769" cy="1348286"/>
            </a:xfrm>
            <a:prstGeom prst="bentConnector3">
              <a:avLst>
                <a:gd name="adj1" fmla="val 50000"/>
              </a:avLst>
            </a:prstGeom>
            <a:ln w="12668">
              <a:solidFill>
                <a:srgbClr val="4472C4"/>
              </a:solidFill>
              <a:prstDash val="solid"/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shape_d61_CONFIG_DOMAIN_DB" title="③ 《設定資源》 ランタイム設定 device_controller_config.json">
              <a:extLst>
                <a:ext uri="{FF2B5EF4-FFF2-40B4-BE49-F238E27FC236}">
                  <a16:creationId xmlns:a16="http://schemas.microsoft.com/office/drawing/2014/main" id="{463E62AE-8FC9-5FE1-BDF5-1EE8D6F34E4E}"/>
                </a:ext>
              </a:extLst>
            </p:cNvPr>
            <p:cNvSpPr/>
            <p:nvPr/>
          </p:nvSpPr>
          <p:spPr>
            <a:xfrm>
              <a:off x="3084623" y="3530600"/>
              <a:ext cx="3108452" cy="1093089"/>
            </a:xfrm>
            <a:prstGeom prst="roundRect">
              <a:avLst/>
            </a:prstGeom>
            <a:solidFill>
              <a:srgbClr val="FFF2CC">
                <a:alpha val="100000"/>
              </a:srgbClr>
            </a:solidFill>
            <a:ln w="12668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8003" tIns="19001" rIns="38003" bIns="1900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1.8 </a:t>
              </a:r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《</a:t>
              </a:r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設定資源</a:t>
              </a:r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》</a:t>
              </a:r>
            </a:p>
            <a:p>
              <a:pPr algn="ctr"/>
              <a:r>
                <a:rPr kumimoji="0" lang="ja-JP" altLang="en-US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デバイス制御設定</a:t>
              </a:r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DB</a:t>
              </a:r>
            </a:p>
            <a:p>
              <a:pPr algn="ctr"/>
              <a:r>
                <a:rPr kumimoji="0" lang="en-US" altLang="ja-JP" sz="498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device_controller_config.db</a:t>
              </a:r>
              <a:endParaRPr kumimoji="0" lang="ja-JP" altLang="en-US" sz="317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1" name="edge_label_d61_07_CONFIG_DOMAIN_CONFIG_to_CONFIG_DOMAIN_DB" descr="優先読込・保存" title="優先読込・保存">
              <a:extLst>
                <a:ext uri="{FF2B5EF4-FFF2-40B4-BE49-F238E27FC236}">
                  <a16:creationId xmlns:a16="http://schemas.microsoft.com/office/drawing/2014/main" id="{532A22F6-7FC9-5090-8DFB-009B57711908}"/>
                </a:ext>
              </a:extLst>
            </p:cNvPr>
            <p:cNvSpPr txBox="1"/>
            <p:nvPr/>
          </p:nvSpPr>
          <p:spPr>
            <a:xfrm>
              <a:off x="4878800" y="2218313"/>
              <a:ext cx="1651000" cy="167965"/>
            </a:xfrm>
            <a:prstGeom prst="rect">
              <a:avLst/>
            </a:prstGeom>
            <a:solidFill>
              <a:srgbClr val="FFFFFF"/>
            </a:solidFill>
            <a:ln w="12668">
              <a:solidFill>
                <a:srgbClr val="1F4E79"/>
              </a:solidFill>
            </a:ln>
          </p:spPr>
          <p:txBody>
            <a:bodyPr vert="horz" wrap="square" lIns="19001" tIns="6334" rIns="19001" bIns="6334" rtlCol="0" anchor="ctr">
              <a:sp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38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実行時に読込・保存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7151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7D64CADB-DAEB-C6A2-D1C6-B4B7F3DF05CD}"/>
              </a:ext>
            </a:extLst>
          </p:cNvPr>
          <p:cNvGrpSpPr>
            <a:grpSpLocks noChangeAspect="1"/>
          </p:cNvGrpSpPr>
          <p:nvPr/>
        </p:nvGrpSpPr>
        <p:grpSpPr>
          <a:xfrm>
            <a:off x="76200" y="1548334"/>
            <a:ext cx="12547600" cy="4015333"/>
            <a:chOff x="1586904" y="2031771"/>
            <a:chExt cx="9526191" cy="3048458"/>
          </a:xfrm>
        </p:grpSpPr>
        <p:sp>
          <p:nvSpPr>
            <p:cNvPr id="3" name="frame_0">
              <a:extLst>
                <a:ext uri="{FF2B5EF4-FFF2-40B4-BE49-F238E27FC236}">
                  <a16:creationId xmlns:a16="http://schemas.microsoft.com/office/drawing/2014/main" id="{0180590C-A86A-9DE2-CA55-E9AFE8F54EC4}"/>
                </a:ext>
              </a:extLst>
            </p:cNvPr>
            <p:cNvSpPr/>
            <p:nvPr/>
          </p:nvSpPr>
          <p:spPr>
            <a:xfrm>
              <a:off x="1586904" y="2031771"/>
              <a:ext cx="7305364" cy="3048458"/>
            </a:xfrm>
            <a:prstGeom prst="roundRect">
              <a:avLst>
                <a:gd name="adj" fmla="val 3000"/>
              </a:avLst>
            </a:prstGeom>
            <a:noFill/>
            <a:ln w="9941">
              <a:solidFill>
                <a:srgbClr val="538135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4" name="frame_title_0">
              <a:extLst>
                <a:ext uri="{FF2B5EF4-FFF2-40B4-BE49-F238E27FC236}">
                  <a16:creationId xmlns:a16="http://schemas.microsoft.com/office/drawing/2014/main" id="{9ADCD7E1-A3D2-371B-DA4A-7D9B59845D3A}"/>
                </a:ext>
              </a:extLst>
            </p:cNvPr>
            <p:cNvSpPr/>
            <p:nvPr/>
          </p:nvSpPr>
          <p:spPr>
            <a:xfrm>
              <a:off x="4294641" y="2099521"/>
              <a:ext cx="1891080" cy="150237"/>
            </a:xfrm>
            <a:prstGeom prst="rect">
              <a:avLst/>
            </a:prstGeom>
            <a:solidFill>
              <a:srgbClr val="E2F0D9"/>
            </a:solidFill>
            <a:ln w="4260">
              <a:noFill/>
            </a:ln>
          </p:spPr>
          <p:txBody>
            <a:bodyPr wrap="square" lIns="16102" tIns="8051" rIns="16102" bIns="8051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sz="581" b="1">
                  <a:solidFill>
                    <a:srgbClr val="538135"/>
                  </a:solidFill>
                  <a:latin typeface="Meiryo UI"/>
                  <a:ea typeface="Meiryo UI"/>
                  <a:cs typeface="Meiryo UI"/>
                </a:rPr>
                <a:t>1 デバイス制御層（プラットフォーム別処理）</a:t>
              </a:r>
            </a:p>
          </p:txBody>
        </p:sp>
        <p:sp>
          <p:nvSpPr>
            <p:cNvPr id="5" name="frame_1">
              <a:extLst>
                <a:ext uri="{FF2B5EF4-FFF2-40B4-BE49-F238E27FC236}">
                  <a16:creationId xmlns:a16="http://schemas.microsoft.com/office/drawing/2014/main" id="{900ACB88-3216-CA0E-826C-430FC2AB0094}"/>
                </a:ext>
              </a:extLst>
            </p:cNvPr>
            <p:cNvSpPr/>
            <p:nvPr/>
          </p:nvSpPr>
          <p:spPr>
            <a:xfrm>
              <a:off x="9029207" y="2099521"/>
              <a:ext cx="2083888" cy="2934532"/>
            </a:xfrm>
            <a:prstGeom prst="roundRect">
              <a:avLst>
                <a:gd name="adj" fmla="val 3000"/>
              </a:avLst>
            </a:prstGeom>
            <a:noFill/>
            <a:ln w="9941">
              <a:solidFill>
                <a:srgbClr val="C55A11"/>
              </a:solidFill>
            </a:ln>
          </p:spPr>
          <p:txBody>
            <a:bodyPr wrap="square"/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/>
            </a:p>
          </p:txBody>
        </p:sp>
        <p:sp>
          <p:nvSpPr>
            <p:cNvPr id="6" name="frame_title_1">
              <a:extLst>
                <a:ext uri="{FF2B5EF4-FFF2-40B4-BE49-F238E27FC236}">
                  <a16:creationId xmlns:a16="http://schemas.microsoft.com/office/drawing/2014/main" id="{39345D74-AADC-B6C8-B17A-5C63DD24679A}"/>
                </a:ext>
              </a:extLst>
            </p:cNvPr>
            <p:cNvSpPr/>
            <p:nvPr/>
          </p:nvSpPr>
          <p:spPr>
            <a:xfrm>
              <a:off x="9748672" y="2145527"/>
              <a:ext cx="638608" cy="145077"/>
            </a:xfrm>
            <a:prstGeom prst="rect">
              <a:avLst/>
            </a:prstGeom>
            <a:solidFill>
              <a:srgbClr val="FCE4D6"/>
            </a:solidFill>
            <a:ln w="4260">
              <a:noFill/>
            </a:ln>
          </p:spPr>
          <p:txBody>
            <a:bodyPr wrap="square" lIns="16102" tIns="8051" rIns="16102" bIns="8051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ja-JP" sz="581" b="1">
                  <a:solidFill>
                    <a:srgbClr val="C55A11"/>
                  </a:solidFill>
                  <a:latin typeface="Meiryo UI"/>
                  <a:ea typeface="Meiryo UI"/>
                  <a:cs typeface="Meiryo UI"/>
                </a:rPr>
                <a:t>2 外部境界</a:t>
              </a:r>
            </a:p>
          </p:txBody>
        </p:sp>
        <p:sp>
          <p:nvSpPr>
            <p:cNvPr id="7" name="shape_d71_PLATFORM_DOMAIN_CONTRACT" title="① 《インターフェース》 公開デバイス契約群 1. IPrinterStrategy 2. IBarcodeScannerStrategy 3. ICashChangerStrategy 4. ICustomerDisplayStrategy 5. IDrawerStrategy 6. IPaymentStrategy 7. IKeyboardStrategy">
              <a:extLst>
                <a:ext uri="{FF2B5EF4-FFF2-40B4-BE49-F238E27FC236}">
                  <a16:creationId xmlns:a16="http://schemas.microsoft.com/office/drawing/2014/main" id="{AA4F6DCA-017E-CAE7-6804-FF23E9B767DF}"/>
                </a:ext>
              </a:extLst>
            </p:cNvPr>
            <p:cNvSpPr/>
            <p:nvPr/>
          </p:nvSpPr>
          <p:spPr>
            <a:xfrm>
              <a:off x="1655072" y="3477175"/>
              <a:ext cx="1142692" cy="1011032"/>
            </a:xfrm>
            <a:prstGeom prst="roundRect">
              <a:avLst/>
            </a:prstGeom>
            <a:solidFill>
              <a:srgbClr val="DDEBF7">
                <a:alpha val="100000"/>
              </a:srgbClr>
            </a:solidFill>
            <a:ln w="11361" cap="flat" cmpd="sng" algn="ctr">
              <a:solidFill>
                <a:srgbClr val="4472C4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4084" tIns="17042" rIns="34084" bIns="1704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1.1 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《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インターフェース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》
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公開デバイス契約群
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 IPrinterStrategy
2. IBarcodeScannerStrategy
3. ICashChangerStrategy
4. ICustomerDisplayStrategy
5. IDrawerStrategy
6. IPaymentStrategy
7. IKeyboardStrategy</a:t>
              </a:r>
              <a:endParaRPr kumimoji="0" lang="ja-JP" altLang="en-US" sz="447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8" name="shape_d71_PLATFORM_DOMAIN_ANDROID" title="⑥ Android直接接続 AndroidBluetoothPrinterStrategy等 現在は利用不可">
              <a:extLst>
                <a:ext uri="{FF2B5EF4-FFF2-40B4-BE49-F238E27FC236}">
                  <a16:creationId xmlns:a16="http://schemas.microsoft.com/office/drawing/2014/main" id="{49ED43D5-9BB6-6EEE-0717-251434970A4B}"/>
                </a:ext>
              </a:extLst>
            </p:cNvPr>
            <p:cNvSpPr/>
            <p:nvPr/>
          </p:nvSpPr>
          <p:spPr>
            <a:xfrm>
              <a:off x="4969072" y="2469713"/>
              <a:ext cx="1341533" cy="275216"/>
            </a:xfrm>
            <a:prstGeom prst="roundRect">
              <a:avLst/>
            </a:prstGeom>
            <a:solidFill>
              <a:srgbClr val="F2F2F2">
                <a:alpha val="100000"/>
              </a:srgbClr>
            </a:solidFill>
            <a:ln w="11361" cap="flat" cmpd="sng" algn="ctr">
              <a:solidFill>
                <a:srgbClr val="7F7F7F"/>
              </a:solidFill>
              <a:prstDash val="dash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4084" tIns="17042" rIns="34084" bIns="1704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Meiryo UI"/>
                  <a:ea typeface="Meiryo UI"/>
                </a:rPr>
                <a:t>1.6 Android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Meiryo UI"/>
                  <a:ea typeface="Meiryo UI"/>
                </a:rPr>
                <a:t>直接接続
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Meiryo UI"/>
                  <a:ea typeface="Meiryo UI"/>
                </a:rPr>
                <a:t>AndroidBluetoothPrinterStrategy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Meiryo UI"/>
                  <a:ea typeface="Meiryo UI"/>
                </a:rPr>
                <a:t>等
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Meiryo UI"/>
                  <a:ea typeface="Meiryo UI"/>
                </a:rPr>
                <a:t>現在は利用不可</a:t>
              </a:r>
            </a:p>
          </p:txBody>
        </p:sp>
        <p:sp>
          <p:nvSpPr>
            <p:cNvPr id="9" name="shape_d71_PLATFORM_DOMAIN_OPOS_COMM" title="⑦ OPOS通信クラス群 OposNamedPipeCommandClient NamedPipeClient / NamedPipeEventReceiver">
              <a:extLst>
                <a:ext uri="{FF2B5EF4-FFF2-40B4-BE49-F238E27FC236}">
                  <a16:creationId xmlns:a16="http://schemas.microsoft.com/office/drawing/2014/main" id="{E89D8E0E-2311-9BF2-82E0-2BFB411C2B3E}"/>
                </a:ext>
              </a:extLst>
            </p:cNvPr>
            <p:cNvSpPr/>
            <p:nvPr/>
          </p:nvSpPr>
          <p:spPr>
            <a:xfrm>
              <a:off x="6732217" y="3498191"/>
              <a:ext cx="2068024" cy="477728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361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4084" tIns="17042" rIns="34084" bIns="1704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1.7 OPOS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通信クラス群
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OposNamedPipeCommandClient
NamedPipeClient /
NamedPipeEventReceiver</a:t>
              </a:r>
              <a:endParaRPr kumimoji="0" lang="ja-JP" altLang="en-US" sz="447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10" name="shape_d71_EXTERNAL_DOMAIN_IOS_API" title="③ 《接続境界》 iOS SDK / OS API TCP/IP・Bluetooth / カメラ・BLE">
              <a:extLst>
                <a:ext uri="{FF2B5EF4-FFF2-40B4-BE49-F238E27FC236}">
                  <a16:creationId xmlns:a16="http://schemas.microsoft.com/office/drawing/2014/main" id="{BC80E38F-8D8E-EBE1-E60D-283EBFC21381}"/>
                </a:ext>
              </a:extLst>
            </p:cNvPr>
            <p:cNvSpPr/>
            <p:nvPr/>
          </p:nvSpPr>
          <p:spPr>
            <a:xfrm>
              <a:off x="9128835" y="4015914"/>
              <a:ext cx="1895408" cy="369552"/>
            </a:xfrm>
            <a:prstGeom prst="roundRect">
              <a:avLst/>
            </a:prstGeom>
            <a:solidFill>
              <a:srgbClr val="FCE4D6">
                <a:alpha val="100000"/>
              </a:srgbClr>
            </a:solidFill>
            <a:ln w="11361" cap="flat" cmpd="sng" algn="ctr">
              <a:solidFill>
                <a:srgbClr val="ED7D31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4084" tIns="17042" rIns="34084" bIns="1704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2.3 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《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接続境界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》
iOS SDK / OS API
TCP/IP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・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Bluetooth / 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カメラ・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BLE</a:t>
              </a:r>
              <a:endParaRPr kumimoji="0" lang="ja-JP" altLang="en-US" sz="447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11" name="shape_d71_PLATFORM_DOMAIN_WIN_DIRECT" title="④ Windows直接接続 SerialHandyScannerStrategy等">
              <a:extLst>
                <a:ext uri="{FF2B5EF4-FFF2-40B4-BE49-F238E27FC236}">
                  <a16:creationId xmlns:a16="http://schemas.microsoft.com/office/drawing/2014/main" id="{70E9D9EF-DBFC-9EF3-66B7-E831677C7D33}"/>
                </a:ext>
              </a:extLst>
            </p:cNvPr>
            <p:cNvSpPr/>
            <p:nvPr/>
          </p:nvSpPr>
          <p:spPr>
            <a:xfrm>
              <a:off x="4977352" y="4534459"/>
              <a:ext cx="1192187" cy="446921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361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4084" tIns="17042" rIns="34084" bIns="1704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1.4 Windows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直接接続
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SerialHandyScannerStrategy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等</a:t>
              </a:r>
            </a:p>
          </p:txBody>
        </p:sp>
        <p:sp>
          <p:nvSpPr>
            <p:cNvPr id="12" name="shape_d71_EXTERNAL_DOMAIN_ANDROID_API" title="④ 《接続境界》 Android API Bluetooth / カメラ / USB">
              <a:extLst>
                <a:ext uri="{FF2B5EF4-FFF2-40B4-BE49-F238E27FC236}">
                  <a16:creationId xmlns:a16="http://schemas.microsoft.com/office/drawing/2014/main" id="{6F76B2CA-FB2E-7AC6-5B58-19B793005619}"/>
                </a:ext>
              </a:extLst>
            </p:cNvPr>
            <p:cNvSpPr/>
            <p:nvPr/>
          </p:nvSpPr>
          <p:spPr>
            <a:xfrm>
              <a:off x="9121233" y="2376000"/>
              <a:ext cx="1650174" cy="454867"/>
            </a:xfrm>
            <a:prstGeom prst="roundRect">
              <a:avLst/>
            </a:prstGeom>
            <a:solidFill>
              <a:srgbClr val="F2F2F2">
                <a:alpha val="100000"/>
              </a:srgbClr>
            </a:solidFill>
            <a:ln w="11361" cap="flat" cmpd="sng" algn="ctr">
              <a:solidFill>
                <a:srgbClr val="7F7F7F"/>
              </a:solidFill>
              <a:prstDash val="dash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4084" tIns="17042" rIns="34084" bIns="1704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Meiryo UI"/>
                  <a:ea typeface="Meiryo UI"/>
                </a:rPr>
                <a:t>2.4 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Meiryo UI"/>
                  <a:ea typeface="Meiryo UI"/>
                </a:rPr>
                <a:t>《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Meiryo UI"/>
                  <a:ea typeface="Meiryo UI"/>
                </a:rPr>
                <a:t>接続境界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Meiryo UI"/>
                  <a:ea typeface="Meiryo UI"/>
                </a:rPr>
                <a:t>》
Android API
Bluetooth / 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Meiryo UI"/>
                  <a:ea typeface="Meiryo UI"/>
                </a:rPr>
                <a:t>カメラ 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Meiryo UI"/>
                  <a:ea typeface="Meiryo UI"/>
                </a:rPr>
                <a:t>/ USB</a:t>
              </a:r>
              <a:endParaRPr kumimoji="0" lang="ja-JP" altLang="en-US" sz="447" b="1" i="0" u="none" strike="noStrike" kern="0" cap="none" spc="0" normalizeH="0" baseline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13" name="shape_d71_EXTERNAL_DOMAIN_WIN_API" title="② 《接続境界》 Windows API SerialPort / Raw Input">
              <a:extLst>
                <a:ext uri="{FF2B5EF4-FFF2-40B4-BE49-F238E27FC236}">
                  <a16:creationId xmlns:a16="http://schemas.microsoft.com/office/drawing/2014/main" id="{D1A83C5A-9DDF-661A-8A7A-D1E4F4A1AD96}"/>
                </a:ext>
              </a:extLst>
            </p:cNvPr>
            <p:cNvSpPr/>
            <p:nvPr/>
          </p:nvSpPr>
          <p:spPr>
            <a:xfrm>
              <a:off x="9139093" y="4582080"/>
              <a:ext cx="1791034" cy="362649"/>
            </a:xfrm>
            <a:prstGeom prst="roundRect">
              <a:avLst/>
            </a:prstGeom>
            <a:solidFill>
              <a:srgbClr val="FCE4D6">
                <a:alpha val="100000"/>
              </a:srgbClr>
            </a:solidFill>
            <a:ln w="11361" cap="flat" cmpd="sng" algn="ctr">
              <a:solidFill>
                <a:srgbClr val="ED7D31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4084" tIns="17042" rIns="34084" bIns="1704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2.2 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《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接続境界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》
Windows API
SerialPort / Raw Input</a:t>
              </a:r>
              <a:endParaRPr kumimoji="0" lang="ja-JP" altLang="en-US" sz="447" b="1" i="0" u="none" strike="noStrike" kern="0" cap="none" spc="0" normalizeH="0" baseline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Meiryo UI"/>
                <a:ea typeface="Meiryo UI"/>
              </a:endParaRPr>
            </a:p>
          </p:txBody>
        </p:sp>
        <p:sp>
          <p:nvSpPr>
            <p:cNvPr id="14" name="shape_d71_PLATFORM_DOMAIN_DEVICE_CONTRACTS" title="⑧ 共通デバイス通信契約 TabletPos.DeviceContracts">
              <a:extLst>
                <a:ext uri="{FF2B5EF4-FFF2-40B4-BE49-F238E27FC236}">
                  <a16:creationId xmlns:a16="http://schemas.microsoft.com/office/drawing/2014/main" id="{E4AE597E-2A46-7D0F-2C1E-27A52C89C2D0}"/>
                </a:ext>
              </a:extLst>
            </p:cNvPr>
            <p:cNvSpPr/>
            <p:nvPr/>
          </p:nvSpPr>
          <p:spPr>
            <a:xfrm>
              <a:off x="6524216" y="2848133"/>
              <a:ext cx="1576565" cy="346885"/>
            </a:xfrm>
            <a:prstGeom prst="roundRect">
              <a:avLst/>
            </a:prstGeom>
            <a:solidFill>
              <a:srgbClr val="FFF2CC">
                <a:alpha val="100000"/>
              </a:srgbClr>
            </a:solidFill>
            <a:ln w="11361" cap="flat" cmpd="sng" algn="ctr">
              <a:solidFill>
                <a:srgbClr val="BF9000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4084" tIns="17042" rIns="34084" bIns="1704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1.8 共通デバイス通信契約
Pos.DeviceContracts</a:t>
              </a:r>
            </a:p>
          </p:txBody>
        </p:sp>
        <p:sp>
          <p:nvSpPr>
            <p:cNvPr id="15" name="shape_d71_PLATFORM_DOMAIN_IOS" title="⑤ iOS直接接続 IosEpsonPrinterStrategy等">
              <a:extLst>
                <a:ext uri="{FF2B5EF4-FFF2-40B4-BE49-F238E27FC236}">
                  <a16:creationId xmlns:a16="http://schemas.microsoft.com/office/drawing/2014/main" id="{9CBDCA00-092B-D6F9-21EF-A5C3762EC98D}"/>
                </a:ext>
              </a:extLst>
            </p:cNvPr>
            <p:cNvSpPr/>
            <p:nvPr/>
          </p:nvSpPr>
          <p:spPr>
            <a:xfrm>
              <a:off x="4977605" y="4032485"/>
              <a:ext cx="1116011" cy="342279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361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4084" tIns="17042" rIns="34084" bIns="1704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1.5 iOS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直接接続
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IosEpsonPrinterStrategy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等</a:t>
              </a:r>
            </a:p>
          </p:txBody>
        </p:sp>
        <p:sp>
          <p:nvSpPr>
            <p:cNvPr id="16" name="shape_d71_EXTERNAL_DOMAIN_CONNECTOR" title="① 《接続境界》 デバイスコネクタ TabletPos.Host">
              <a:extLst>
                <a:ext uri="{FF2B5EF4-FFF2-40B4-BE49-F238E27FC236}">
                  <a16:creationId xmlns:a16="http://schemas.microsoft.com/office/drawing/2014/main" id="{2894F169-FCDD-502F-C678-E95D9573E9A9}"/>
                </a:ext>
              </a:extLst>
            </p:cNvPr>
            <p:cNvSpPr/>
            <p:nvPr/>
          </p:nvSpPr>
          <p:spPr>
            <a:xfrm>
              <a:off x="9386259" y="3555599"/>
              <a:ext cx="1604460" cy="360079"/>
            </a:xfrm>
            <a:prstGeom prst="roundRect">
              <a:avLst/>
            </a:prstGeom>
            <a:solidFill>
              <a:srgbClr val="FCE4D6">
                <a:alpha val="100000"/>
              </a:srgbClr>
            </a:solidFill>
            <a:ln w="11361" cap="flat" cmpd="sng" algn="ctr">
              <a:solidFill>
                <a:srgbClr val="ED7D31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4084" tIns="17042" rIns="34084" bIns="1704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2.1 《接続境界》
デバイスコネクタ
Pos.DeviceConnector</a:t>
              </a:r>
            </a:p>
          </p:txBody>
        </p:sp>
        <p:sp>
          <p:nvSpPr>
            <p:cNvPr id="17" name="shape_d71_PLATFORM_DOMAIN_OPOS" title="③ Windows OPOS／OCX OposPrinterStrategy等">
              <a:extLst>
                <a:ext uri="{FF2B5EF4-FFF2-40B4-BE49-F238E27FC236}">
                  <a16:creationId xmlns:a16="http://schemas.microsoft.com/office/drawing/2014/main" id="{3240A543-580D-6DD6-EB33-C29D2B57E5B1}"/>
                </a:ext>
              </a:extLst>
            </p:cNvPr>
            <p:cNvSpPr/>
            <p:nvPr/>
          </p:nvSpPr>
          <p:spPr>
            <a:xfrm>
              <a:off x="4991603" y="3558598"/>
              <a:ext cx="1014168" cy="351804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361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4084" tIns="17042" rIns="34084" bIns="1704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1.3 Windows OPOS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／</a:t>
              </a:r>
              <a:r>
                <a:rPr kumimoji="0" lang="en-US" altLang="ja-JP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OCX
OposPrinterStrategy</a:t>
              </a:r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等</a:t>
              </a:r>
            </a:p>
          </p:txBody>
        </p:sp>
        <p:sp>
          <p:nvSpPr>
            <p:cNvPr id="18" name="shape_d71_PLATFORM_DOMAIN_PLATFORM" title="② プラットフォーム別 ストラテジー群">
              <a:extLst>
                <a:ext uri="{FF2B5EF4-FFF2-40B4-BE49-F238E27FC236}">
                  <a16:creationId xmlns:a16="http://schemas.microsoft.com/office/drawing/2014/main" id="{CE9A80E6-AF06-FEC3-8DC0-AB0C5D276B2E}"/>
                </a:ext>
              </a:extLst>
            </p:cNvPr>
            <p:cNvSpPr/>
            <p:nvPr/>
          </p:nvSpPr>
          <p:spPr>
            <a:xfrm>
              <a:off x="3499604" y="3814147"/>
              <a:ext cx="977481" cy="341423"/>
            </a:xfrm>
            <a:prstGeom prst="roundRect">
              <a:avLst/>
            </a:prstGeom>
            <a:solidFill>
              <a:srgbClr val="F8FBFD">
                <a:alpha val="100000"/>
              </a:srgbClr>
            </a:solidFill>
            <a:ln w="11361" cap="flat" cmpd="sng" algn="ctr">
              <a:solidFill>
                <a:srgbClr val="0D32B2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4084" tIns="17042" rIns="34084" bIns="17042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47" b="1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1.2 プラットフォーム別
ストラテジー群</a:t>
              </a:r>
            </a:p>
          </p:txBody>
        </p:sp>
        <p:cxnSp>
          <p:nvCxnSpPr>
            <p:cNvPr id="19" name="edge_d71_01_PLATFORM_DOMAIN_CONTRACT_to_PLATFORM_DOMAIN_PLATFORM" descr="実装クラス群" title="実装クラス群">
              <a:extLst>
                <a:ext uri="{FF2B5EF4-FFF2-40B4-BE49-F238E27FC236}">
                  <a16:creationId xmlns:a16="http://schemas.microsoft.com/office/drawing/2014/main" id="{62ECFC00-8AD7-1708-9F48-47C8D8F6C6B0}"/>
                </a:ext>
              </a:extLst>
            </p:cNvPr>
            <p:cNvCxnSpPr>
              <a:cxnSpLocks/>
              <a:stCxn id="7" idx="3"/>
              <a:endCxn id="18" idx="1"/>
            </p:cNvCxnSpPr>
            <p:nvPr/>
          </p:nvCxnSpPr>
          <p:spPr>
            <a:xfrm flipV="1">
              <a:off x="2797764" y="3984859"/>
              <a:ext cx="701840" cy="1007"/>
            </a:xfrm>
            <a:prstGeom prst="straightConnector1">
              <a:avLst/>
            </a:prstGeom>
            <a:noFill/>
            <a:ln w="11361" cap="flat" cmpd="sng" algn="ctr">
              <a:solidFill>
                <a:srgbClr val="7F7F7F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dge_d71_02_PLATFORM_DOMAIN_PLATFORM_to_PLATFORM_DOMAIN_OPOS" title="② プラットフォーム別 → ③ Windows OPOS／OCX">
              <a:extLst>
                <a:ext uri="{FF2B5EF4-FFF2-40B4-BE49-F238E27FC236}">
                  <a16:creationId xmlns:a16="http://schemas.microsoft.com/office/drawing/2014/main" id="{4862E0DA-4C93-AC58-D939-CFEFE3706CC4}"/>
                </a:ext>
              </a:extLst>
            </p:cNvPr>
            <p:cNvCxnSpPr/>
            <p:nvPr/>
          </p:nvCxnSpPr>
          <p:spPr>
            <a:xfrm flipV="1">
              <a:off x="4481965" y="3738685"/>
              <a:ext cx="504141" cy="247182"/>
            </a:xfrm>
            <a:prstGeom prst="bentConnector3">
              <a:avLst>
                <a:gd name="adj1" fmla="val 50000"/>
              </a:avLst>
            </a:prstGeom>
            <a:noFill/>
            <a:ln w="11361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dge_d71_03_PLATFORM_DOMAIN_PLATFORM_to_PLATFORM_DOMAIN_WIN_DIRECT" title="② プラットフォーム別 → ④ Windows直接接続">
              <a:extLst>
                <a:ext uri="{FF2B5EF4-FFF2-40B4-BE49-F238E27FC236}">
                  <a16:creationId xmlns:a16="http://schemas.microsoft.com/office/drawing/2014/main" id="{7E3B9609-7835-BDB3-FFFD-68C1631B6473}"/>
                </a:ext>
              </a:extLst>
            </p:cNvPr>
            <p:cNvCxnSpPr>
              <a:endCxn id="11" idx="1"/>
            </p:cNvCxnSpPr>
            <p:nvPr/>
          </p:nvCxnSpPr>
          <p:spPr>
            <a:xfrm rot="16200000" flipH="1">
              <a:off x="4343631" y="4124198"/>
              <a:ext cx="772055" cy="495388"/>
            </a:xfrm>
            <a:prstGeom prst="bentConnector2">
              <a:avLst/>
            </a:prstGeom>
            <a:noFill/>
            <a:ln w="11361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dge_d71_04_PLATFORM_DOMAIN_PLATFORM_to_PLATFORM_DOMAIN_IOS" title="② プラットフォーム別 → ⑤ iOS直接接続">
              <a:extLst>
                <a:ext uri="{FF2B5EF4-FFF2-40B4-BE49-F238E27FC236}">
                  <a16:creationId xmlns:a16="http://schemas.microsoft.com/office/drawing/2014/main" id="{123A8B5E-5DD8-08DA-B331-2B799A00869A}"/>
                </a:ext>
              </a:extLst>
            </p:cNvPr>
            <p:cNvCxnSpPr/>
            <p:nvPr/>
          </p:nvCxnSpPr>
          <p:spPr>
            <a:xfrm>
              <a:off x="4481965" y="3985866"/>
              <a:ext cx="493937" cy="218187"/>
            </a:xfrm>
            <a:prstGeom prst="bentConnector3">
              <a:avLst>
                <a:gd name="adj1" fmla="val 50000"/>
              </a:avLst>
            </a:prstGeom>
            <a:noFill/>
            <a:ln w="11361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dge_d71_05_PLATFORM_DOMAIN_PLATFORM_to_PLATFORM_DOMAIN_ANDROID" title="② プラットフォーム別 → ⑥ Android直接接続">
              <a:extLst>
                <a:ext uri="{FF2B5EF4-FFF2-40B4-BE49-F238E27FC236}">
                  <a16:creationId xmlns:a16="http://schemas.microsoft.com/office/drawing/2014/main" id="{130093F2-C2A4-3CC6-2D8F-48C67CA49431}"/>
                </a:ext>
              </a:extLst>
            </p:cNvPr>
            <p:cNvCxnSpPr>
              <a:endCxn id="8" idx="1"/>
            </p:cNvCxnSpPr>
            <p:nvPr/>
          </p:nvCxnSpPr>
          <p:spPr>
            <a:xfrm rot="5400000" flipH="1" flipV="1">
              <a:off x="4040526" y="3052530"/>
              <a:ext cx="1373157" cy="490284"/>
            </a:xfrm>
            <a:prstGeom prst="curvedConnector2">
              <a:avLst/>
            </a:prstGeom>
            <a:noFill/>
            <a:ln w="11361" cap="flat" cmpd="sng" algn="ctr">
              <a:solidFill>
                <a:srgbClr val="7F7F7F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dge_d71_06_PLATFORM_DOMAIN_OPOS_to_PLATFORM_DOMAIN_OPOS_COMM" descr="コマンド変換" title="コマンド変換">
              <a:extLst>
                <a:ext uri="{FF2B5EF4-FFF2-40B4-BE49-F238E27FC236}">
                  <a16:creationId xmlns:a16="http://schemas.microsoft.com/office/drawing/2014/main" id="{10A22FA1-181F-E9A6-06ED-81A47768BA25}"/>
                </a:ext>
              </a:extLst>
            </p:cNvPr>
            <p:cNvCxnSpPr/>
            <p:nvPr/>
          </p:nvCxnSpPr>
          <p:spPr>
            <a:xfrm>
              <a:off x="6005771" y="3739692"/>
              <a:ext cx="724742" cy="0"/>
            </a:xfrm>
            <a:prstGeom prst="straightConnector1">
              <a:avLst/>
            </a:prstGeom>
            <a:noFill/>
            <a:ln w="11361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dge_d71_07_PLATFORM_DOMAIN_DEVICE_CONTRACTS_to_PLATFORM_DOMAIN_OPOS_COMM" descr="共通DTO" title="共通DTO">
              <a:extLst>
                <a:ext uri="{FF2B5EF4-FFF2-40B4-BE49-F238E27FC236}">
                  <a16:creationId xmlns:a16="http://schemas.microsoft.com/office/drawing/2014/main" id="{6213ED30-3B56-EC55-E473-6A9A218DE39E}"/>
                </a:ext>
              </a:extLst>
            </p:cNvPr>
            <p:cNvCxnSpPr>
              <a:cxnSpLocks/>
              <a:stCxn id="14" idx="2"/>
              <a:endCxn id="9" idx="0"/>
            </p:cNvCxnSpPr>
            <p:nvPr/>
          </p:nvCxnSpPr>
          <p:spPr>
            <a:xfrm rot="16200000" flipH="1">
              <a:off x="7390158" y="3120532"/>
              <a:ext cx="303174" cy="452143"/>
            </a:xfrm>
            <a:prstGeom prst="curvedConnector3">
              <a:avLst>
                <a:gd name="adj1" fmla="val 50000"/>
              </a:avLst>
            </a:prstGeom>
            <a:noFill/>
            <a:ln w="11361" cap="flat" cmpd="sng" algn="ctr">
              <a:solidFill>
                <a:srgbClr val="7F7F7F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dge_d71_08_PLATFORM_DOMAIN_OPOS_COMM_to_EXTERNAL_DOMAIN_CONNECTOR" descr="名前付きパイプ通信" title="名前付きパイプ通信">
              <a:extLst>
                <a:ext uri="{FF2B5EF4-FFF2-40B4-BE49-F238E27FC236}">
                  <a16:creationId xmlns:a16="http://schemas.microsoft.com/office/drawing/2014/main" id="{4C99304C-6231-26C5-7783-A93121464F0E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 flipV="1">
              <a:off x="8799389" y="3555599"/>
              <a:ext cx="1389100" cy="178709"/>
            </a:xfrm>
            <a:prstGeom prst="bentConnector4">
              <a:avLst>
                <a:gd name="adj1" fmla="val 21256"/>
                <a:gd name="adj2" fmla="val 224966"/>
              </a:avLst>
            </a:prstGeom>
            <a:noFill/>
            <a:ln w="11361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dge_d71_09_PLATFORM_DOMAIN_WIN_DIRECT_to_EXTERNAL_DOMAIN_WIN_API" descr="直接接続" title="直接接続">
              <a:extLst>
                <a:ext uri="{FF2B5EF4-FFF2-40B4-BE49-F238E27FC236}">
                  <a16:creationId xmlns:a16="http://schemas.microsoft.com/office/drawing/2014/main" id="{6308969E-3A19-832E-2531-551E228F051D}"/>
                </a:ext>
              </a:extLst>
            </p:cNvPr>
            <p:cNvCxnSpPr>
              <a:cxnSpLocks/>
              <a:stCxn id="11" idx="3"/>
              <a:endCxn id="13" idx="1"/>
            </p:cNvCxnSpPr>
            <p:nvPr/>
          </p:nvCxnSpPr>
          <p:spPr>
            <a:xfrm>
              <a:off x="6169539" y="4762681"/>
              <a:ext cx="2969554" cy="723"/>
            </a:xfrm>
            <a:prstGeom prst="straightConnector1">
              <a:avLst/>
            </a:prstGeom>
            <a:noFill/>
            <a:ln w="11361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dge_d71_10_PLATFORM_DOMAIN_IOS_to_EXTERNAL_DOMAIN_IOS_API" descr="直接接続" title="直接接続">
              <a:extLst>
                <a:ext uri="{FF2B5EF4-FFF2-40B4-BE49-F238E27FC236}">
                  <a16:creationId xmlns:a16="http://schemas.microsoft.com/office/drawing/2014/main" id="{BE2172E5-D08F-03DB-0B05-02D132CF1FC9}"/>
                </a:ext>
              </a:extLst>
            </p:cNvPr>
            <p:cNvCxnSpPr>
              <a:cxnSpLocks/>
              <a:stCxn id="15" idx="3"/>
              <a:endCxn id="10" idx="1"/>
            </p:cNvCxnSpPr>
            <p:nvPr/>
          </p:nvCxnSpPr>
          <p:spPr>
            <a:xfrm flipV="1">
              <a:off x="6093616" y="4202278"/>
              <a:ext cx="3035219" cy="1348"/>
            </a:xfrm>
            <a:prstGeom prst="straightConnector1">
              <a:avLst/>
            </a:prstGeom>
            <a:noFill/>
            <a:ln w="11361" cap="flat" cmpd="sng" algn="ctr">
              <a:solidFill>
                <a:srgbClr val="4472C4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dge_d71_11_PLATFORM_DOMAIN_ANDROID_to_EXTERNAL_DOMAIN_ANDROID_API" descr="現在は接続しない" title="現在は接続しない">
              <a:extLst>
                <a:ext uri="{FF2B5EF4-FFF2-40B4-BE49-F238E27FC236}">
                  <a16:creationId xmlns:a16="http://schemas.microsoft.com/office/drawing/2014/main" id="{765B0177-7BFA-9808-266E-38EE20CF6041}"/>
                </a:ext>
              </a:extLst>
            </p:cNvPr>
            <p:cNvCxnSpPr>
              <a:cxnSpLocks/>
              <a:stCxn id="8" idx="3"/>
              <a:endCxn id="12" idx="1"/>
            </p:cNvCxnSpPr>
            <p:nvPr/>
          </p:nvCxnSpPr>
          <p:spPr>
            <a:xfrm flipV="1">
              <a:off x="6310605" y="2600259"/>
              <a:ext cx="2810628" cy="10832"/>
            </a:xfrm>
            <a:prstGeom prst="straightConnector1">
              <a:avLst/>
            </a:prstGeom>
            <a:noFill/>
            <a:ln w="11361" cap="flat" cmpd="sng" algn="ctr">
              <a:solidFill>
                <a:srgbClr val="7F7F7F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edge_label_d71_01_PLATFORM_DOMAIN_CONTRACT_to_PLATFORM_DOMAIN_PLATFORM" descr="実装クラス群" title="実装クラス群">
              <a:extLst>
                <a:ext uri="{FF2B5EF4-FFF2-40B4-BE49-F238E27FC236}">
                  <a16:creationId xmlns:a16="http://schemas.microsoft.com/office/drawing/2014/main" id="{F7E815C4-DD4F-0C64-5FA4-4F72855885C2}"/>
                </a:ext>
              </a:extLst>
            </p:cNvPr>
            <p:cNvSpPr txBox="1"/>
            <p:nvPr/>
          </p:nvSpPr>
          <p:spPr>
            <a:xfrm>
              <a:off x="2930921" y="3939765"/>
              <a:ext cx="417269" cy="92203"/>
            </a:xfrm>
            <a:prstGeom prst="rect">
              <a:avLst/>
            </a:prstGeom>
            <a:solidFill>
              <a:srgbClr val="FFFFFF"/>
            </a:solidFill>
            <a:ln w="11361">
              <a:solidFill>
                <a:srgbClr val="1F4E79"/>
              </a:solidFill>
            </a:ln>
          </p:spPr>
          <p:txBody>
            <a:bodyPr vert="horz" wrap="square" lIns="17042" tIns="5681" rIns="17042" bIns="568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02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実装クラス群</a:t>
              </a:r>
            </a:p>
          </p:txBody>
        </p:sp>
        <p:sp>
          <p:nvSpPr>
            <p:cNvPr id="31" name="edge_label_d71_06_PLATFORM_DOMAIN_OPOS_to_PLATFORM_DOMAIN_OPOS_COMM" descr="コマンド変換" title="コマンド変換">
              <a:extLst>
                <a:ext uri="{FF2B5EF4-FFF2-40B4-BE49-F238E27FC236}">
                  <a16:creationId xmlns:a16="http://schemas.microsoft.com/office/drawing/2014/main" id="{F1EC54C2-B74A-4867-76E8-208A992F68D0}"/>
                </a:ext>
              </a:extLst>
            </p:cNvPr>
            <p:cNvSpPr txBox="1"/>
            <p:nvPr/>
          </p:nvSpPr>
          <p:spPr>
            <a:xfrm>
              <a:off x="6118833" y="3682021"/>
              <a:ext cx="477621" cy="101728"/>
            </a:xfrm>
            <a:prstGeom prst="rect">
              <a:avLst/>
            </a:prstGeom>
            <a:solidFill>
              <a:srgbClr val="FFFFFF"/>
            </a:solidFill>
            <a:ln w="11361">
              <a:solidFill>
                <a:srgbClr val="1F4E79"/>
              </a:solidFill>
            </a:ln>
          </p:spPr>
          <p:txBody>
            <a:bodyPr vert="horz" wrap="square" lIns="17042" tIns="5681" rIns="17042" bIns="568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02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コマンド変換</a:t>
              </a:r>
            </a:p>
          </p:txBody>
        </p:sp>
        <p:sp>
          <p:nvSpPr>
            <p:cNvPr id="32" name="edge_label_d71_07_PLATFORM_DOMAIN_DEVICE_CONTRACTS_to_PLATFORM_DOMAIN_OPOS_COMM" descr="共通DTO" title="共通DTO">
              <a:extLst>
                <a:ext uri="{FF2B5EF4-FFF2-40B4-BE49-F238E27FC236}">
                  <a16:creationId xmlns:a16="http://schemas.microsoft.com/office/drawing/2014/main" id="{62355FCA-F607-6881-8441-9FC9E7FC9266}"/>
                </a:ext>
              </a:extLst>
            </p:cNvPr>
            <p:cNvSpPr txBox="1"/>
            <p:nvPr/>
          </p:nvSpPr>
          <p:spPr>
            <a:xfrm>
              <a:off x="7149487" y="3281235"/>
              <a:ext cx="716726" cy="93511"/>
            </a:xfrm>
            <a:prstGeom prst="rect">
              <a:avLst/>
            </a:prstGeom>
            <a:solidFill>
              <a:srgbClr val="FFFFFF"/>
            </a:solidFill>
            <a:ln w="11361">
              <a:solidFill>
                <a:srgbClr val="1F4E79"/>
              </a:solidFill>
            </a:ln>
          </p:spPr>
          <p:txBody>
            <a:bodyPr vert="horz" wrap="square" lIns="17042" tIns="5681" rIns="17042" bIns="568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ja-JP" sz="402"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共通データ形式（DTO）</a:t>
              </a:r>
              <a:endParaRPr lang="ja-JP" altLang="ja-JP" sz="402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edge_label_d71_08_PLATFORM_DOMAIN_OPOS_COMM_to_EXTERNAL_DOMAIN_CONNECTOR" descr="名前付きパイプ通信" title="名前付きパイプ通信">
              <a:extLst>
                <a:ext uri="{FF2B5EF4-FFF2-40B4-BE49-F238E27FC236}">
                  <a16:creationId xmlns:a16="http://schemas.microsoft.com/office/drawing/2014/main" id="{FF444EDF-4AE3-A50E-CDD6-C7C6C990B3F1}"/>
                </a:ext>
              </a:extLst>
            </p:cNvPr>
            <p:cNvSpPr txBox="1"/>
            <p:nvPr/>
          </p:nvSpPr>
          <p:spPr>
            <a:xfrm>
              <a:off x="9201469" y="3405798"/>
              <a:ext cx="504152" cy="73728"/>
            </a:xfrm>
            <a:prstGeom prst="rect">
              <a:avLst/>
            </a:prstGeom>
            <a:solidFill>
              <a:srgbClr val="FFFFFF"/>
            </a:solidFill>
            <a:ln w="11361">
              <a:solidFill>
                <a:srgbClr val="1F4E79"/>
              </a:solidFill>
            </a:ln>
          </p:spPr>
          <p:txBody>
            <a:bodyPr vert="horz" wrap="square" lIns="17042" tIns="5681" rIns="17042" bIns="568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02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名前付きパイプ通信</a:t>
              </a:r>
            </a:p>
          </p:txBody>
        </p:sp>
        <p:sp>
          <p:nvSpPr>
            <p:cNvPr id="34" name="edge_label_d71_09_PLATFORM_DOMAIN_WIN_DIRECT_to_EXTERNAL_DOMAIN_WIN_API" descr="直接接続" title="直接接続">
              <a:extLst>
                <a:ext uri="{FF2B5EF4-FFF2-40B4-BE49-F238E27FC236}">
                  <a16:creationId xmlns:a16="http://schemas.microsoft.com/office/drawing/2014/main" id="{9A71B2B4-50AC-2645-844E-73831D1A69AB}"/>
                </a:ext>
              </a:extLst>
            </p:cNvPr>
            <p:cNvSpPr txBox="1"/>
            <p:nvPr/>
          </p:nvSpPr>
          <p:spPr>
            <a:xfrm>
              <a:off x="7434407" y="4715781"/>
              <a:ext cx="391636" cy="95984"/>
            </a:xfrm>
            <a:prstGeom prst="rect">
              <a:avLst/>
            </a:prstGeom>
            <a:solidFill>
              <a:srgbClr val="FFFFFF"/>
            </a:solidFill>
            <a:ln w="11361">
              <a:solidFill>
                <a:srgbClr val="1F4E79"/>
              </a:solidFill>
            </a:ln>
          </p:spPr>
          <p:txBody>
            <a:bodyPr vert="horz" wrap="square" lIns="17042" tIns="5681" rIns="17042" bIns="568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02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直接接続</a:t>
              </a:r>
            </a:p>
          </p:txBody>
        </p:sp>
        <p:sp>
          <p:nvSpPr>
            <p:cNvPr id="35" name="edge_label_d71_10_PLATFORM_DOMAIN_IOS_to_EXTERNAL_DOMAIN_IOS_API" descr="直接接続" title="直接接続">
              <a:extLst>
                <a:ext uri="{FF2B5EF4-FFF2-40B4-BE49-F238E27FC236}">
                  <a16:creationId xmlns:a16="http://schemas.microsoft.com/office/drawing/2014/main" id="{91FCB870-25A6-AC99-4F7B-1C110E96D042}"/>
                </a:ext>
              </a:extLst>
            </p:cNvPr>
            <p:cNvSpPr txBox="1"/>
            <p:nvPr/>
          </p:nvSpPr>
          <p:spPr>
            <a:xfrm>
              <a:off x="7396535" y="4156701"/>
              <a:ext cx="404543" cy="95984"/>
            </a:xfrm>
            <a:prstGeom prst="rect">
              <a:avLst/>
            </a:prstGeom>
            <a:solidFill>
              <a:srgbClr val="FFFFFF"/>
            </a:solidFill>
            <a:ln w="11361">
              <a:solidFill>
                <a:srgbClr val="1F4E79"/>
              </a:solidFill>
            </a:ln>
          </p:spPr>
          <p:txBody>
            <a:bodyPr vert="horz" wrap="square" lIns="17042" tIns="5681" rIns="17042" bIns="568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02" b="0" i="0" u="none" strike="noStrike" kern="0" cap="none" spc="0" normalizeH="0" baseline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Meiryo UI"/>
                  <a:ea typeface="Meiryo UI"/>
                </a:rPr>
                <a:t>直接接続</a:t>
              </a:r>
            </a:p>
          </p:txBody>
        </p:sp>
        <p:sp>
          <p:nvSpPr>
            <p:cNvPr id="36" name="edge_label_d71_11_PLATFORM_DOMAIN_ANDROID_to_EXTERNAL_DOMAIN_ANDROID_API" descr="現在は接続しない" title="現在は接続しない">
              <a:extLst>
                <a:ext uri="{FF2B5EF4-FFF2-40B4-BE49-F238E27FC236}">
                  <a16:creationId xmlns:a16="http://schemas.microsoft.com/office/drawing/2014/main" id="{0CDFCE1E-F16A-5573-93B3-81C3BEAC1C31}"/>
                </a:ext>
              </a:extLst>
            </p:cNvPr>
            <p:cNvSpPr txBox="1"/>
            <p:nvPr/>
          </p:nvSpPr>
          <p:spPr>
            <a:xfrm>
              <a:off x="7416929" y="2545958"/>
              <a:ext cx="611416" cy="94000"/>
            </a:xfrm>
            <a:prstGeom prst="rect">
              <a:avLst/>
            </a:prstGeom>
            <a:solidFill>
              <a:srgbClr val="FFFFFF"/>
            </a:solidFill>
            <a:ln w="11361">
              <a:solidFill>
                <a:srgbClr val="1F4E79"/>
              </a:solidFill>
            </a:ln>
          </p:spPr>
          <p:txBody>
            <a:bodyPr vert="horz" wrap="square" lIns="17042" tIns="5681" rIns="17042" bIns="5681" rtlCol="0" anchor="ctr">
              <a:noAutofit/>
            </a:bodyPr>
            <a:lstStyle>
              <a:defPPr>
                <a:defRPr lang="en-US"/>
              </a:defPPr>
              <a:lvl1pPr marL="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ja-JP" altLang="en-US" sz="402" b="0" i="0" u="none" strike="noStrike" kern="0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Meiryo UI"/>
                  <a:ea typeface="Meiryo UI"/>
                </a:rPr>
                <a:t>現在は接続しない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8344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Microsoft Office PowerPoint</Application>
  <PresentationFormat>ユーザー設定</PresentationFormat>
  <Paragraphs>64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Meiryo UI</vt:lpstr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グエンホンソン</dc:creator>
  <cp:lastModifiedBy>グエンホンソン</cp:lastModifiedBy>
  <cp:revision>2</cp:revision>
  <dcterms:created xsi:type="dcterms:W3CDTF">2026-09-11T04:37:14Z</dcterms:created>
  <dcterms:modified xsi:type="dcterms:W3CDTF">2026-09-11T05:26:09Z</dcterms:modified>
</cp:coreProperties>
</file>