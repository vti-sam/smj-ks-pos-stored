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0033000" cy="111506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43F806-2483-7BEB-3B2F-9CFA6C2D4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125" y="1824879"/>
            <a:ext cx="7524750" cy="3882061"/>
          </a:xfrm>
        </p:spPr>
        <p:txBody>
          <a:bodyPr anchor="b"/>
          <a:lstStyle>
            <a:lvl1pPr algn="ctr">
              <a:defRPr sz="4937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51F2AB-D048-2C56-929E-9C72EAD5D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4125" y="5856647"/>
            <a:ext cx="7524750" cy="2692146"/>
          </a:xfrm>
        </p:spPr>
        <p:txBody>
          <a:bodyPr/>
          <a:lstStyle>
            <a:lvl1pPr marL="0" indent="0" algn="ctr">
              <a:buNone/>
              <a:defRPr sz="1975"/>
            </a:lvl1pPr>
            <a:lvl2pPr marL="376230" indent="0" algn="ctr">
              <a:buNone/>
              <a:defRPr sz="1646"/>
            </a:lvl2pPr>
            <a:lvl3pPr marL="752460" indent="0" algn="ctr">
              <a:buNone/>
              <a:defRPr sz="1481"/>
            </a:lvl3pPr>
            <a:lvl4pPr marL="1128690" indent="0" algn="ctr">
              <a:buNone/>
              <a:defRPr sz="1317"/>
            </a:lvl4pPr>
            <a:lvl5pPr marL="1504920" indent="0" algn="ctr">
              <a:buNone/>
              <a:defRPr sz="1317"/>
            </a:lvl5pPr>
            <a:lvl6pPr marL="1881149" indent="0" algn="ctr">
              <a:buNone/>
              <a:defRPr sz="1317"/>
            </a:lvl6pPr>
            <a:lvl7pPr marL="2257379" indent="0" algn="ctr">
              <a:buNone/>
              <a:defRPr sz="1317"/>
            </a:lvl7pPr>
            <a:lvl8pPr marL="2633609" indent="0" algn="ctr">
              <a:buNone/>
              <a:defRPr sz="1317"/>
            </a:lvl8pPr>
            <a:lvl9pPr marL="3009839" indent="0" algn="ctr">
              <a:buNone/>
              <a:defRPr sz="1317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F8E68F-29C9-A428-D98D-4A50D900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541501-2413-4ADA-B7E9-6A7CD08A8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51E62B-DA0D-F166-3414-40163E2D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56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A707C5-20C2-C0AF-FE23-532F676E7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07662F-4B00-3F6A-EECC-B99D7AC6A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ADC001-2A8D-9ACB-4580-3A67F132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1037DF-F894-F1D2-AA53-2CB4FCFE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F839E0-C902-A62F-B95D-DFB2ED081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39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6726AF-6FB5-028A-8BDA-9066E9CD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544" y="2779910"/>
            <a:ext cx="8653463" cy="4638339"/>
          </a:xfrm>
        </p:spPr>
        <p:txBody>
          <a:bodyPr anchor="b"/>
          <a:lstStyle>
            <a:lvl1pPr>
              <a:defRPr sz="4937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B56D51-1E93-79C8-EC89-80CE4B359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544" y="7462129"/>
            <a:ext cx="8653463" cy="2439193"/>
          </a:xfrm>
        </p:spPr>
        <p:txBody>
          <a:bodyPr/>
          <a:lstStyle>
            <a:lvl1pPr marL="0" indent="0">
              <a:buNone/>
              <a:defRPr sz="1975">
                <a:solidFill>
                  <a:schemeClr val="tx1">
                    <a:tint val="82000"/>
                  </a:schemeClr>
                </a:solidFill>
              </a:defRPr>
            </a:lvl1pPr>
            <a:lvl2pPr marL="376230" indent="0">
              <a:buNone/>
              <a:defRPr sz="1646">
                <a:solidFill>
                  <a:schemeClr val="tx1">
                    <a:tint val="82000"/>
                  </a:schemeClr>
                </a:solidFill>
              </a:defRPr>
            </a:lvl2pPr>
            <a:lvl3pPr marL="752460" indent="0">
              <a:buNone/>
              <a:defRPr sz="1481">
                <a:solidFill>
                  <a:schemeClr val="tx1">
                    <a:tint val="82000"/>
                  </a:schemeClr>
                </a:solidFill>
              </a:defRPr>
            </a:lvl3pPr>
            <a:lvl4pPr marL="1128690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4pPr>
            <a:lvl5pPr marL="1504920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5pPr>
            <a:lvl6pPr marL="188114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6pPr>
            <a:lvl7pPr marL="225737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7pPr>
            <a:lvl8pPr marL="263360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8pPr>
            <a:lvl9pPr marL="300983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20D4DB-810A-1B16-86B3-012CB2659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0A2427-9DC0-E15F-73BE-6C8A469A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B34B12-1BEA-2C5C-159C-80288949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995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16E963-38CF-2E3C-0B87-281A824B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460C59-F0AE-1BDA-54F0-3AEAF7BB1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9769" y="2968331"/>
            <a:ext cx="4264025" cy="707495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C7EB7D-AADE-0A8E-2438-D37E1FC97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9207" y="2968331"/>
            <a:ext cx="4264025" cy="707495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BAE6A8-FFDE-2B69-F265-78EE55127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66A372-A59D-CBD9-5CE9-6701E8D92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26E7F8-25B2-10EC-6D38-43519A42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81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569607-A1E0-1985-3F99-2858D161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6" y="593669"/>
            <a:ext cx="8653463" cy="2155267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5BCEE3-CB34-9F4B-0372-2EC5AE644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7" y="2733446"/>
            <a:ext cx="4244429" cy="1339620"/>
          </a:xfrm>
        </p:spPr>
        <p:txBody>
          <a:bodyPr anchor="b"/>
          <a:lstStyle>
            <a:lvl1pPr marL="0" indent="0">
              <a:buNone/>
              <a:defRPr sz="1975" b="1"/>
            </a:lvl1pPr>
            <a:lvl2pPr marL="376230" indent="0">
              <a:buNone/>
              <a:defRPr sz="1646" b="1"/>
            </a:lvl2pPr>
            <a:lvl3pPr marL="752460" indent="0">
              <a:buNone/>
              <a:defRPr sz="1481" b="1"/>
            </a:lvl3pPr>
            <a:lvl4pPr marL="1128690" indent="0">
              <a:buNone/>
              <a:defRPr sz="1317" b="1"/>
            </a:lvl4pPr>
            <a:lvl5pPr marL="1504920" indent="0">
              <a:buNone/>
              <a:defRPr sz="1317" b="1"/>
            </a:lvl5pPr>
            <a:lvl6pPr marL="1881149" indent="0">
              <a:buNone/>
              <a:defRPr sz="1317" b="1"/>
            </a:lvl6pPr>
            <a:lvl7pPr marL="2257379" indent="0">
              <a:buNone/>
              <a:defRPr sz="1317" b="1"/>
            </a:lvl7pPr>
            <a:lvl8pPr marL="2633609" indent="0">
              <a:buNone/>
              <a:defRPr sz="1317" b="1"/>
            </a:lvl8pPr>
            <a:lvl9pPr marL="3009839" indent="0">
              <a:buNone/>
              <a:defRPr sz="1317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89B5EE-E8F9-23FB-0633-CE962A500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7" y="4073066"/>
            <a:ext cx="4244429" cy="599086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B27078-94FA-30F2-E105-4FE2390BF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79206" y="2733446"/>
            <a:ext cx="4265332" cy="1339620"/>
          </a:xfrm>
        </p:spPr>
        <p:txBody>
          <a:bodyPr anchor="b"/>
          <a:lstStyle>
            <a:lvl1pPr marL="0" indent="0">
              <a:buNone/>
              <a:defRPr sz="1975" b="1"/>
            </a:lvl1pPr>
            <a:lvl2pPr marL="376230" indent="0">
              <a:buNone/>
              <a:defRPr sz="1646" b="1"/>
            </a:lvl2pPr>
            <a:lvl3pPr marL="752460" indent="0">
              <a:buNone/>
              <a:defRPr sz="1481" b="1"/>
            </a:lvl3pPr>
            <a:lvl4pPr marL="1128690" indent="0">
              <a:buNone/>
              <a:defRPr sz="1317" b="1"/>
            </a:lvl4pPr>
            <a:lvl5pPr marL="1504920" indent="0">
              <a:buNone/>
              <a:defRPr sz="1317" b="1"/>
            </a:lvl5pPr>
            <a:lvl6pPr marL="1881149" indent="0">
              <a:buNone/>
              <a:defRPr sz="1317" b="1"/>
            </a:lvl6pPr>
            <a:lvl7pPr marL="2257379" indent="0">
              <a:buNone/>
              <a:defRPr sz="1317" b="1"/>
            </a:lvl7pPr>
            <a:lvl8pPr marL="2633609" indent="0">
              <a:buNone/>
              <a:defRPr sz="1317" b="1"/>
            </a:lvl8pPr>
            <a:lvl9pPr marL="3009839" indent="0">
              <a:buNone/>
              <a:defRPr sz="1317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9BC7BB6-C7B5-F7B3-A028-D8B596713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9206" y="4073066"/>
            <a:ext cx="4265332" cy="599086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12DA730-BA7C-9929-D830-67287BCC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F1CF471-BE4A-CF0D-3411-A91E43B36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F9B34F4-8D67-5A75-D550-97C594DD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40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5E3AB0-7020-77CA-26B4-A0B5FAD2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825EE19-4974-2EF7-B6A6-DF287702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AFD4ED3-C314-8890-F475-323FCD95A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7DAF077-D77B-5FFC-3A1E-41C6A123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84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45FBB12-BFFD-6819-8016-78229AC8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D07E307-B8C0-406D-F289-DAE70B93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EA48AC-69E3-891B-8F82-C82C5FBF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501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DF3FA5-BE31-E7DB-35F7-B5C804C5D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7" y="743373"/>
            <a:ext cx="3235903" cy="2601807"/>
          </a:xfrm>
        </p:spPr>
        <p:txBody>
          <a:bodyPr anchor="b"/>
          <a:lstStyle>
            <a:lvl1pPr>
              <a:defRPr sz="263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3C32A0-8486-28AA-38BB-502E8D37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5332" y="1605482"/>
            <a:ext cx="5079206" cy="7924153"/>
          </a:xfrm>
        </p:spPr>
        <p:txBody>
          <a:bodyPr/>
          <a:lstStyle>
            <a:lvl1pPr>
              <a:defRPr sz="2633"/>
            </a:lvl1pPr>
            <a:lvl2pPr>
              <a:defRPr sz="2304"/>
            </a:lvl2pPr>
            <a:lvl3pPr>
              <a:defRPr sz="1975"/>
            </a:lvl3pPr>
            <a:lvl4pPr>
              <a:defRPr sz="1646"/>
            </a:lvl4pPr>
            <a:lvl5pPr>
              <a:defRPr sz="1646"/>
            </a:lvl5pPr>
            <a:lvl6pPr>
              <a:defRPr sz="1646"/>
            </a:lvl6pPr>
            <a:lvl7pPr>
              <a:defRPr sz="1646"/>
            </a:lvl7pPr>
            <a:lvl8pPr>
              <a:defRPr sz="1646"/>
            </a:lvl8pPr>
            <a:lvl9pPr>
              <a:defRPr sz="1646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104986-769C-9D35-B72B-EC0AA0D8B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077" y="3345180"/>
            <a:ext cx="3235903" cy="6197360"/>
          </a:xfrm>
        </p:spPr>
        <p:txBody>
          <a:bodyPr/>
          <a:lstStyle>
            <a:lvl1pPr marL="0" indent="0">
              <a:buNone/>
              <a:defRPr sz="1317"/>
            </a:lvl1pPr>
            <a:lvl2pPr marL="376230" indent="0">
              <a:buNone/>
              <a:defRPr sz="1152"/>
            </a:lvl2pPr>
            <a:lvl3pPr marL="752460" indent="0">
              <a:buNone/>
              <a:defRPr sz="987"/>
            </a:lvl3pPr>
            <a:lvl4pPr marL="1128690" indent="0">
              <a:buNone/>
              <a:defRPr sz="823"/>
            </a:lvl4pPr>
            <a:lvl5pPr marL="1504920" indent="0">
              <a:buNone/>
              <a:defRPr sz="823"/>
            </a:lvl5pPr>
            <a:lvl6pPr marL="1881149" indent="0">
              <a:buNone/>
              <a:defRPr sz="823"/>
            </a:lvl6pPr>
            <a:lvl7pPr marL="2257379" indent="0">
              <a:buNone/>
              <a:defRPr sz="823"/>
            </a:lvl7pPr>
            <a:lvl8pPr marL="2633609" indent="0">
              <a:buNone/>
              <a:defRPr sz="823"/>
            </a:lvl8pPr>
            <a:lvl9pPr marL="3009839" indent="0">
              <a:buNone/>
              <a:defRPr sz="82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D59966-AD68-B003-BD02-4F73FF98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58A6F2-C716-2CD1-98D9-A84A0578F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FACB57-E5E2-8ED4-1C26-C656BD876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678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397A6-C7E3-55E3-F560-25666843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7" y="743373"/>
            <a:ext cx="3235903" cy="2601807"/>
          </a:xfrm>
        </p:spPr>
        <p:txBody>
          <a:bodyPr anchor="b"/>
          <a:lstStyle>
            <a:lvl1pPr>
              <a:defRPr sz="263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C3B998-3321-4E28-5D82-AC83125A4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65332" y="1605482"/>
            <a:ext cx="5079206" cy="7924153"/>
          </a:xfrm>
        </p:spPr>
        <p:txBody>
          <a:bodyPr/>
          <a:lstStyle>
            <a:lvl1pPr marL="0" indent="0">
              <a:buNone/>
              <a:defRPr sz="2633"/>
            </a:lvl1pPr>
            <a:lvl2pPr marL="376230" indent="0">
              <a:buNone/>
              <a:defRPr sz="2304"/>
            </a:lvl2pPr>
            <a:lvl3pPr marL="752460" indent="0">
              <a:buNone/>
              <a:defRPr sz="1975"/>
            </a:lvl3pPr>
            <a:lvl4pPr marL="1128690" indent="0">
              <a:buNone/>
              <a:defRPr sz="1646"/>
            </a:lvl4pPr>
            <a:lvl5pPr marL="1504920" indent="0">
              <a:buNone/>
              <a:defRPr sz="1646"/>
            </a:lvl5pPr>
            <a:lvl6pPr marL="1881149" indent="0">
              <a:buNone/>
              <a:defRPr sz="1646"/>
            </a:lvl6pPr>
            <a:lvl7pPr marL="2257379" indent="0">
              <a:buNone/>
              <a:defRPr sz="1646"/>
            </a:lvl7pPr>
            <a:lvl8pPr marL="2633609" indent="0">
              <a:buNone/>
              <a:defRPr sz="1646"/>
            </a:lvl8pPr>
            <a:lvl9pPr marL="3009839" indent="0">
              <a:buNone/>
              <a:defRPr sz="1646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DC1A1A-C407-97BF-664B-F95F21F37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077" y="3345180"/>
            <a:ext cx="3235903" cy="6197360"/>
          </a:xfrm>
        </p:spPr>
        <p:txBody>
          <a:bodyPr/>
          <a:lstStyle>
            <a:lvl1pPr marL="0" indent="0">
              <a:buNone/>
              <a:defRPr sz="1317"/>
            </a:lvl1pPr>
            <a:lvl2pPr marL="376230" indent="0">
              <a:buNone/>
              <a:defRPr sz="1152"/>
            </a:lvl2pPr>
            <a:lvl3pPr marL="752460" indent="0">
              <a:buNone/>
              <a:defRPr sz="987"/>
            </a:lvl3pPr>
            <a:lvl4pPr marL="1128690" indent="0">
              <a:buNone/>
              <a:defRPr sz="823"/>
            </a:lvl4pPr>
            <a:lvl5pPr marL="1504920" indent="0">
              <a:buNone/>
              <a:defRPr sz="823"/>
            </a:lvl5pPr>
            <a:lvl6pPr marL="1881149" indent="0">
              <a:buNone/>
              <a:defRPr sz="823"/>
            </a:lvl6pPr>
            <a:lvl7pPr marL="2257379" indent="0">
              <a:buNone/>
              <a:defRPr sz="823"/>
            </a:lvl7pPr>
            <a:lvl8pPr marL="2633609" indent="0">
              <a:buNone/>
              <a:defRPr sz="823"/>
            </a:lvl8pPr>
            <a:lvl9pPr marL="3009839" indent="0">
              <a:buNone/>
              <a:defRPr sz="82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25AD05-202A-8271-D4A0-4E012F8C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58F892-F87F-DC3D-969F-C8059EA7D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3A1CC9-94EE-A3EF-9FC8-2CC3761E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540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C7A23-1B0E-2830-0769-D4C2E1BF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9A6786-F69B-E2FD-19BE-DB1AC7989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1ECDA8-6C8A-68F2-4503-0466A81B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707AF1-A8EE-C0EE-8BCD-F3F4B89D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8615AB-7F88-51B0-8DA1-94A914ED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032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92EC66-9D0F-687B-BA90-39332B575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79865" y="593666"/>
            <a:ext cx="2163366" cy="944961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A58FBC-DC71-982F-0D33-4F5760F7A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9769" y="593666"/>
            <a:ext cx="6364684" cy="944961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906AB1-DF6B-78D1-5A6F-0AABA61B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FB57A5-E33B-0F2A-59B7-9CA4A5EB2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CD73DA-B4BB-E1A6-353B-13B68C25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7042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8379D7-2D80-5CA6-BD91-2AFC13B5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770" y="593669"/>
            <a:ext cx="8653463" cy="215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BB5402-29F9-EFD9-1724-E23EEECD3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770" y="2968331"/>
            <a:ext cx="8653463" cy="7074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AC7704-6616-D0BE-EB2E-04C7640E0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9770" y="10334957"/>
            <a:ext cx="2257425" cy="593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BF193A-EE0E-BFFE-5EDB-18FC3458A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3431" y="10334957"/>
            <a:ext cx="3386138" cy="593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69EA09-2A29-933B-7E3E-BA35E10CD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5807" y="10334957"/>
            <a:ext cx="2257425" cy="593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55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2460" rtl="0" eaLnBrk="1" latinLnBrk="0" hangingPunct="1">
        <a:lnSpc>
          <a:spcPct val="90000"/>
        </a:lnSpc>
        <a:spcBef>
          <a:spcPct val="0"/>
        </a:spcBef>
        <a:buNone/>
        <a:defRPr kumimoji="1" sz="36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115" indent="-188115" algn="l" defTabSz="752460" rtl="0" eaLnBrk="1" latinLnBrk="0" hangingPunct="1">
        <a:lnSpc>
          <a:spcPct val="90000"/>
        </a:lnSpc>
        <a:spcBef>
          <a:spcPts val="823"/>
        </a:spcBef>
        <a:buFont typeface="Arial" panose="020B0604020202020204" pitchFamily="34" charset="0"/>
        <a:buChar char="•"/>
        <a:defRPr kumimoji="1" sz="2304" kern="1200">
          <a:solidFill>
            <a:schemeClr val="tx1"/>
          </a:solidFill>
          <a:latin typeface="+mn-lt"/>
          <a:ea typeface="+mn-ea"/>
          <a:cs typeface="+mn-cs"/>
        </a:defRPr>
      </a:lvl1pPr>
      <a:lvl2pPr marL="564345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975" kern="1200">
          <a:solidFill>
            <a:schemeClr val="tx1"/>
          </a:solidFill>
          <a:latin typeface="+mn-lt"/>
          <a:ea typeface="+mn-ea"/>
          <a:cs typeface="+mn-cs"/>
        </a:defRPr>
      </a:lvl2pPr>
      <a:lvl3pPr marL="940575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646" kern="1200">
          <a:solidFill>
            <a:schemeClr val="tx1"/>
          </a:solidFill>
          <a:latin typeface="+mn-lt"/>
          <a:ea typeface="+mn-ea"/>
          <a:cs typeface="+mn-cs"/>
        </a:defRPr>
      </a:lvl3pPr>
      <a:lvl4pPr marL="1316805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4pPr>
      <a:lvl5pPr marL="1693034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5pPr>
      <a:lvl6pPr marL="2069264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6pPr>
      <a:lvl7pPr marL="2445494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7pPr>
      <a:lvl8pPr marL="2821724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8pPr>
      <a:lvl9pPr marL="3197954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1pPr>
      <a:lvl2pPr marL="376230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2pPr>
      <a:lvl3pPr marL="752460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3pPr>
      <a:lvl4pPr marL="1128690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4pPr>
      <a:lvl5pPr marL="1504920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5pPr>
      <a:lvl6pPr marL="1881149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6pPr>
      <a:lvl7pPr marL="2257379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7pPr>
      <a:lvl8pPr marL="2633609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8pPr>
      <a:lvl9pPr marL="3009839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ImportedDiagram_slide_1">
            <a:extLst>
              <a:ext uri="{FF2B5EF4-FFF2-40B4-BE49-F238E27FC236}">
                <a16:creationId xmlns:a16="http://schemas.microsoft.com/office/drawing/2014/main" id="{AD62FDDC-CE20-34F3-BEBB-E9EE228E5E93}"/>
              </a:ext>
            </a:extLst>
          </p:cNvPr>
          <p:cNvGrpSpPr>
            <a:grpSpLocks noChangeAspect="1"/>
          </p:cNvGrpSpPr>
          <p:nvPr/>
        </p:nvGrpSpPr>
        <p:grpSpPr>
          <a:xfrm>
            <a:off x="76200" y="3863188"/>
            <a:ext cx="9880600" cy="3424223"/>
            <a:chOff x="0" y="0"/>
            <a:chExt cx="13304520" cy="3300984"/>
          </a:xfrm>
        </p:grpSpPr>
        <p:cxnSp>
          <p:nvCxnSpPr>
            <p:cNvPr id="18" name="Connector 14">
              <a:extLst>
                <a:ext uri="{FF2B5EF4-FFF2-40B4-BE49-F238E27FC236}">
                  <a16:creationId xmlns:a16="http://schemas.microsoft.com/office/drawing/2014/main" id="{7A719D39-A76E-C178-F7D2-E7F2B2EABF41}"/>
                </a:ext>
              </a:extLst>
            </p:cNvPr>
            <p:cNvCxnSpPr/>
            <p:nvPr/>
          </p:nvCxnSpPr>
          <p:spPr>
            <a:xfrm>
              <a:off x="10835640" y="1746504"/>
              <a:ext cx="777240" cy="0"/>
            </a:xfrm>
            <a:prstGeom prst="line">
              <a:avLst/>
            </a:prstGeom>
            <a:ln w="18184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2">
              <a:extLst>
                <a:ext uri="{FF2B5EF4-FFF2-40B4-BE49-F238E27FC236}">
                  <a16:creationId xmlns:a16="http://schemas.microsoft.com/office/drawing/2014/main" id="{8CB650F2-0F9D-272F-B8FE-3D97854D5DF9}"/>
                </a:ext>
              </a:extLst>
            </p:cNvPr>
            <p:cNvCxnSpPr/>
            <p:nvPr/>
          </p:nvCxnSpPr>
          <p:spPr>
            <a:xfrm flipH="1">
              <a:off x="5577839" y="2112264"/>
              <a:ext cx="2697480" cy="0"/>
            </a:xfrm>
            <a:prstGeom prst="line">
              <a:avLst/>
            </a:prstGeom>
            <a:ln w="18184">
              <a:solidFill>
                <a:srgbClr val="548235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0">
              <a:extLst>
                <a:ext uri="{FF2B5EF4-FFF2-40B4-BE49-F238E27FC236}">
                  <a16:creationId xmlns:a16="http://schemas.microsoft.com/office/drawing/2014/main" id="{BADE7DD1-CCE6-8BB6-0936-B7D23D1B8040}"/>
                </a:ext>
              </a:extLst>
            </p:cNvPr>
            <p:cNvCxnSpPr/>
            <p:nvPr/>
          </p:nvCxnSpPr>
          <p:spPr>
            <a:xfrm>
              <a:off x="5577839" y="1472184"/>
              <a:ext cx="2697480" cy="0"/>
            </a:xfrm>
            <a:prstGeom prst="line">
              <a:avLst/>
            </a:prstGeom>
            <a:ln w="18184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9">
              <a:extLst>
                <a:ext uri="{FF2B5EF4-FFF2-40B4-BE49-F238E27FC236}">
                  <a16:creationId xmlns:a16="http://schemas.microsoft.com/office/drawing/2014/main" id="{CFE77417-BBAC-8C26-06EC-403F7D59B2BD}"/>
                </a:ext>
              </a:extLst>
            </p:cNvPr>
            <p:cNvCxnSpPr/>
            <p:nvPr/>
          </p:nvCxnSpPr>
          <p:spPr>
            <a:xfrm>
              <a:off x="2651759" y="1746504"/>
              <a:ext cx="640080" cy="0"/>
            </a:xfrm>
            <a:prstGeom prst="line">
              <a:avLst/>
            </a:prstGeom>
            <a:ln w="18184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1">
              <a:extLst>
                <a:ext uri="{FF2B5EF4-FFF2-40B4-BE49-F238E27FC236}">
                  <a16:creationId xmlns:a16="http://schemas.microsoft.com/office/drawing/2014/main" id="{A08D930C-F0B9-D4C5-063D-C6528CAAA85A}"/>
                </a:ext>
              </a:extLst>
            </p:cNvPr>
            <p:cNvSpPr/>
            <p:nvPr/>
          </p:nvSpPr>
          <p:spPr>
            <a:xfrm>
              <a:off x="0" y="146304"/>
              <a:ext cx="5852160" cy="3154680"/>
            </a:xfrm>
            <a:prstGeom prst="roundRect">
              <a:avLst>
                <a:gd name="adj" fmla="val 3000"/>
              </a:avLst>
            </a:prstGeom>
            <a:noFill/>
            <a:ln w="15911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F0118073-E745-F085-C1D3-303FF1E9DBA7}"/>
                </a:ext>
              </a:extLst>
            </p:cNvPr>
            <p:cNvSpPr/>
            <p:nvPr/>
          </p:nvSpPr>
          <p:spPr>
            <a:xfrm>
              <a:off x="1572768" y="0"/>
              <a:ext cx="2706624" cy="3108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732" tIns="0" rIns="32732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02" b="1">
                  <a:solidFill>
                    <a:srgbClr val="1F4E79"/>
                  </a:solidFill>
                  <a:latin typeface="Meiryo UI"/>
                  <a:ea typeface="Meiryo UI"/>
                  <a:cs typeface="Meiryo UI"/>
                </a:rPr>
                <a:t>タブレットPOSアプリのプロセス</a:t>
              </a:r>
            </a:p>
          </p:txBody>
        </p:sp>
        <p:sp>
          <p:nvSpPr>
            <p:cNvPr id="24" name="Rounded Rectangle 3">
              <a:extLst>
                <a:ext uri="{FF2B5EF4-FFF2-40B4-BE49-F238E27FC236}">
                  <a16:creationId xmlns:a16="http://schemas.microsoft.com/office/drawing/2014/main" id="{F79F836A-6BB0-8C35-86FF-0895FB15D54C}"/>
                </a:ext>
              </a:extLst>
            </p:cNvPr>
            <p:cNvSpPr/>
            <p:nvPr/>
          </p:nvSpPr>
          <p:spPr>
            <a:xfrm>
              <a:off x="8046720" y="146304"/>
              <a:ext cx="3017520" cy="3154680"/>
            </a:xfrm>
            <a:prstGeom prst="roundRect">
              <a:avLst>
                <a:gd name="adj" fmla="val 3000"/>
              </a:avLst>
            </a:prstGeom>
            <a:noFill/>
            <a:ln w="15911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5D87C68A-4283-421F-F035-3A98715BD045}"/>
                </a:ext>
              </a:extLst>
            </p:cNvPr>
            <p:cNvSpPr/>
            <p:nvPr/>
          </p:nvSpPr>
          <p:spPr>
            <a:xfrm>
              <a:off x="8421624" y="0"/>
              <a:ext cx="2267712" cy="3108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732" tIns="0" rIns="32732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02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デバイスコネクタのプロセス</a:t>
              </a:r>
            </a:p>
          </p:txBody>
        </p:sp>
        <p:sp>
          <p:nvSpPr>
            <p:cNvPr id="26" name="Rounded Rectangle 5">
              <a:extLst>
                <a:ext uri="{FF2B5EF4-FFF2-40B4-BE49-F238E27FC236}">
                  <a16:creationId xmlns:a16="http://schemas.microsoft.com/office/drawing/2014/main" id="{9EB04D49-7D12-2A64-EAAB-6875C02B93DD}"/>
                </a:ext>
              </a:extLst>
            </p:cNvPr>
            <p:cNvSpPr/>
            <p:nvPr/>
          </p:nvSpPr>
          <p:spPr>
            <a:xfrm>
              <a:off x="274320" y="1243584"/>
              <a:ext cx="2377440" cy="1005840"/>
            </a:xfrm>
            <a:prstGeom prst="roundRect">
              <a:avLst>
                <a:gd name="adj" fmla="val 10000"/>
              </a:avLst>
            </a:prstGeom>
            <a:solidFill>
              <a:srgbClr val="F7FBFF"/>
            </a:solidFill>
            <a:ln w="1136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732" tIns="0" rIns="32732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45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業務画面／ViewModel</a:t>
              </a:r>
            </a:p>
          </p:txBody>
        </p:sp>
        <p:sp>
          <p:nvSpPr>
            <p:cNvPr id="27" name="Rounded Rectangle 6">
              <a:extLst>
                <a:ext uri="{FF2B5EF4-FFF2-40B4-BE49-F238E27FC236}">
                  <a16:creationId xmlns:a16="http://schemas.microsoft.com/office/drawing/2014/main" id="{FF4905AC-8C2D-FB2F-CEB5-A1CAE45D8FCF}"/>
                </a:ext>
              </a:extLst>
            </p:cNvPr>
            <p:cNvSpPr/>
            <p:nvPr/>
          </p:nvSpPr>
          <p:spPr>
            <a:xfrm>
              <a:off x="3291840" y="1243584"/>
              <a:ext cx="2286000" cy="1005840"/>
            </a:xfrm>
            <a:prstGeom prst="roundRect">
              <a:avLst>
                <a:gd name="adj" fmla="val 10000"/>
              </a:avLst>
            </a:prstGeom>
            <a:solidFill>
              <a:srgbClr val="E2F0D9"/>
            </a:solidFill>
            <a:ln w="11365">
              <a:solidFill>
                <a:srgbClr val="5381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732" tIns="0" rIns="32732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45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デバイス制御層</a:t>
              </a:r>
            </a:p>
          </p:txBody>
        </p:sp>
        <p:sp>
          <p:nvSpPr>
            <p:cNvPr id="28" name="Rounded Rectangle 7">
              <a:extLst>
                <a:ext uri="{FF2B5EF4-FFF2-40B4-BE49-F238E27FC236}">
                  <a16:creationId xmlns:a16="http://schemas.microsoft.com/office/drawing/2014/main" id="{51E74988-CD1B-84D7-87B6-ED1224E15948}"/>
                </a:ext>
              </a:extLst>
            </p:cNvPr>
            <p:cNvSpPr/>
            <p:nvPr/>
          </p:nvSpPr>
          <p:spPr>
            <a:xfrm>
              <a:off x="8275320" y="1106424"/>
              <a:ext cx="2560320" cy="1280160"/>
            </a:xfrm>
            <a:prstGeom prst="roundRect">
              <a:avLst>
                <a:gd name="adj" fmla="val 10000"/>
              </a:avLst>
            </a:prstGeom>
            <a:solidFill>
              <a:srgbClr val="FCE4D6"/>
            </a:solidFill>
            <a:ln w="1136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732" tIns="0" rIns="32732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45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既存ライブラリによる</a:t>
              </a:r>
            </a:p>
            <a:p>
              <a:pPr algn="ctr"/>
              <a:r>
                <a:rPr sz="1074" b="0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機器制御</a:t>
              </a:r>
            </a:p>
          </p:txBody>
        </p:sp>
        <p:sp>
          <p:nvSpPr>
            <p:cNvPr id="29" name="Rounded Rectangle 8">
              <a:extLst>
                <a:ext uri="{FF2B5EF4-FFF2-40B4-BE49-F238E27FC236}">
                  <a16:creationId xmlns:a16="http://schemas.microsoft.com/office/drawing/2014/main" id="{E980EF37-6A64-3ACC-3C63-09550AE8B933}"/>
                </a:ext>
              </a:extLst>
            </p:cNvPr>
            <p:cNvSpPr/>
            <p:nvPr/>
          </p:nvSpPr>
          <p:spPr>
            <a:xfrm>
              <a:off x="11612880" y="1243584"/>
              <a:ext cx="1691640" cy="1005840"/>
            </a:xfrm>
            <a:prstGeom prst="roundRect">
              <a:avLst>
                <a:gd name="adj" fmla="val 10000"/>
              </a:avLst>
            </a:prstGeom>
            <a:solidFill>
              <a:srgbClr val="E4DFEC"/>
            </a:solidFill>
            <a:ln w="11365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732" tIns="0" rIns="32732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45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周辺機器</a:t>
              </a:r>
            </a:p>
          </p:txBody>
        </p:sp>
        <p:sp>
          <p:nvSpPr>
            <p:cNvPr id="30" name="Rectangle 11">
              <a:extLst>
                <a:ext uri="{FF2B5EF4-FFF2-40B4-BE49-F238E27FC236}">
                  <a16:creationId xmlns:a16="http://schemas.microsoft.com/office/drawing/2014/main" id="{39A9F6A2-3284-FC10-42A7-9405BFC1A995}"/>
                </a:ext>
              </a:extLst>
            </p:cNvPr>
            <p:cNvSpPr/>
            <p:nvPr/>
          </p:nvSpPr>
          <p:spPr>
            <a:xfrm>
              <a:off x="6195060" y="1316735"/>
              <a:ext cx="1463040" cy="310896"/>
            </a:xfrm>
            <a:prstGeom prst="rect">
              <a:avLst/>
            </a:prstGeom>
            <a:solidFill>
              <a:srgbClr val="FFFFFF"/>
            </a:solidFill>
            <a:ln w="18184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732" tIns="0" rIns="32732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02" b="0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操作の要求</a:t>
              </a:r>
            </a:p>
          </p:txBody>
        </p:sp>
        <p:sp>
          <p:nvSpPr>
            <p:cNvPr id="31" name="Rectangle 13">
              <a:extLst>
                <a:ext uri="{FF2B5EF4-FFF2-40B4-BE49-F238E27FC236}">
                  <a16:creationId xmlns:a16="http://schemas.microsoft.com/office/drawing/2014/main" id="{07E78B2A-26F8-1EB5-6516-B7B001089006}"/>
                </a:ext>
              </a:extLst>
            </p:cNvPr>
            <p:cNvSpPr/>
            <p:nvPr/>
          </p:nvSpPr>
          <p:spPr>
            <a:xfrm>
              <a:off x="6195060" y="1956816"/>
              <a:ext cx="1463040" cy="310896"/>
            </a:xfrm>
            <a:prstGeom prst="rect">
              <a:avLst/>
            </a:prstGeom>
            <a:solidFill>
              <a:srgbClr val="FFFFFF"/>
            </a:solidFill>
            <a:ln w="18184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732" tIns="0" rIns="32732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02" b="0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結果／通知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4617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グループ化 206">
            <a:extLst>
              <a:ext uri="{FF2B5EF4-FFF2-40B4-BE49-F238E27FC236}">
                <a16:creationId xmlns:a16="http://schemas.microsoft.com/office/drawing/2014/main" id="{D9481BD1-0603-1579-2428-1D394AC4F1FE}"/>
              </a:ext>
            </a:extLst>
          </p:cNvPr>
          <p:cNvGrpSpPr>
            <a:grpSpLocks noChangeAspect="1"/>
          </p:cNvGrpSpPr>
          <p:nvPr/>
        </p:nvGrpSpPr>
        <p:grpSpPr>
          <a:xfrm>
            <a:off x="91683" y="76200"/>
            <a:ext cx="9849634" cy="10998200"/>
            <a:chOff x="253404" y="256779"/>
            <a:chExt cx="9526191" cy="10637040"/>
          </a:xfrm>
        </p:grpSpPr>
        <p:grpSp>
          <p:nvGrpSpPr>
            <p:cNvPr id="105" name="ImportedDiagram_slide_1">
              <a:extLst>
                <a:ext uri="{FF2B5EF4-FFF2-40B4-BE49-F238E27FC236}">
                  <a16:creationId xmlns:a16="http://schemas.microsoft.com/office/drawing/2014/main" id="{31FDF084-1867-48DB-86EB-C3A04D2CD6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3405" y="256779"/>
              <a:ext cx="9525001" cy="2019776"/>
              <a:chOff x="0" y="0"/>
              <a:chExt cx="19344450" cy="4080239"/>
            </a:xfrm>
          </p:grpSpPr>
          <p:sp>
            <p:nvSpPr>
              <p:cNvPr id="186" name="cell_E43">
                <a:extLst>
                  <a:ext uri="{FF2B5EF4-FFF2-40B4-BE49-F238E27FC236}">
                    <a16:creationId xmlns:a16="http://schemas.microsoft.com/office/drawing/2014/main" id="{73C8DC30-0A0C-1469-F87B-6F39352CCDA8}"/>
                  </a:ext>
                </a:extLst>
              </p:cNvPr>
              <p:cNvSpPr/>
              <p:nvPr/>
            </p:nvSpPr>
            <p:spPr>
              <a:xfrm>
                <a:off x="2391042" y="3167841"/>
                <a:ext cx="3247594" cy="300070"/>
              </a:xfrm>
              <a:prstGeom prst="rect">
                <a:avLst/>
              </a:prstGeom>
              <a:noFill/>
              <a:ln w="6156">
                <a:noFill/>
              </a:ln>
            </p:spPr>
            <p:txBody>
              <a:bodyPr wrap="square" lIns="23268" tIns="11634" rIns="23268" bIns="11634" anchor="ctr">
                <a:sp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ja-JP" sz="905" b="1">
                    <a:solidFill>
                      <a:srgbClr val="FF0000"/>
                    </a:solidFill>
                    <a:latin typeface="Meiryo UI"/>
                    <a:ea typeface="Meiryo UI"/>
                    <a:cs typeface="Meiryo UI"/>
                  </a:rPr>
                  <a:t>POS端末のウィンドウズ環境</a:t>
                </a:r>
              </a:p>
            </p:txBody>
          </p:sp>
          <p:sp>
            <p:nvSpPr>
              <p:cNvPr id="187" name="shape_d511_APP" title="（1） タブレットPOS端末アプリ 業務判断／デバイス操作の依頼">
                <a:extLst>
                  <a:ext uri="{FF2B5EF4-FFF2-40B4-BE49-F238E27FC236}">
                    <a16:creationId xmlns:a16="http://schemas.microsoft.com/office/drawing/2014/main" id="{806DA097-D72D-BB5F-1520-7453C97050AC}"/>
                  </a:ext>
                </a:extLst>
              </p:cNvPr>
              <p:cNvSpPr/>
              <p:nvPr/>
            </p:nvSpPr>
            <p:spPr>
              <a:xfrm>
                <a:off x="73587" y="1096771"/>
                <a:ext cx="4659767" cy="1120846"/>
              </a:xfrm>
              <a:prstGeom prst="roundRect">
                <a:avLst/>
              </a:prstGeom>
              <a:solidFill>
                <a:srgbClr val="F7FBFF"/>
              </a:solidFill>
              <a:ln w="16417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9250" tIns="24625" rIns="49250" bIns="24625" rtlCol="0" anchor="ctr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kumimoji="0" lang="ja-JP" altLang="en-US" sz="646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1 タブレットPOS端末アプリ</a:t>
                </a:r>
              </a:p>
              <a:p>
                <a:pPr algn="r"/>
                <a:r>
                  <a:rPr kumimoji="0" lang="en-US" altLang="ja-JP" sz="646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MAUI</a:t>
                </a:r>
                <a:r>
                  <a:rPr kumimoji="0" lang="ja-JP" altLang="en-US" sz="646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プロセス</a:t>
                </a:r>
              </a:p>
            </p:txBody>
          </p:sp>
          <p:sp>
            <p:nvSpPr>
              <p:cNvPr id="188" name="shape_d511_DEVICE" descr="周辺機器はデバイスコネクタ経由で&#10;のみ制御します。&#10;アプリから実機を直接呼び出しません。" title="（3） 周辺機器 釣銭機／キャッシュドロア／ カスタマーディスプレイ">
                <a:extLst>
                  <a:ext uri="{FF2B5EF4-FFF2-40B4-BE49-F238E27FC236}">
                    <a16:creationId xmlns:a16="http://schemas.microsoft.com/office/drawing/2014/main" id="{CAFFE840-8285-88D2-80B1-A5591BA70713}"/>
                  </a:ext>
                </a:extLst>
              </p:cNvPr>
              <p:cNvSpPr/>
              <p:nvPr/>
            </p:nvSpPr>
            <p:spPr>
              <a:xfrm>
                <a:off x="14496967" y="1075349"/>
                <a:ext cx="4796564" cy="413346"/>
              </a:xfrm>
              <a:prstGeom prst="roundRect">
                <a:avLst/>
              </a:prstGeom>
              <a:solidFill>
                <a:srgbClr val="E4DFEC"/>
              </a:solidFill>
              <a:ln w="16417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9250" tIns="24625" rIns="49250" bIns="24625" rtlCol="0" anchor="ctr">
                <a:sp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en-US" altLang="ja-JP" sz="646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3</a:t>
                </a:r>
                <a:r>
                  <a:rPr kumimoji="0" lang="ja-JP" altLang="en-US" sz="646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 周辺機器</a:t>
                </a:r>
              </a:p>
            </p:txBody>
          </p:sp>
          <p:sp>
            <p:nvSpPr>
              <p:cNvPr id="189" name="shape_d511_HOST" title="（2） デバイスコネクタ 要求制御／実機制御">
                <a:extLst>
                  <a:ext uri="{FF2B5EF4-FFF2-40B4-BE49-F238E27FC236}">
                    <a16:creationId xmlns:a16="http://schemas.microsoft.com/office/drawing/2014/main" id="{CC3856D8-65AD-7826-44D0-04ACA36582DF}"/>
                  </a:ext>
                </a:extLst>
              </p:cNvPr>
              <p:cNvSpPr/>
              <p:nvPr/>
            </p:nvSpPr>
            <p:spPr>
              <a:xfrm>
                <a:off x="8385315" y="1002627"/>
                <a:ext cx="2518089" cy="611908"/>
              </a:xfrm>
              <a:prstGeom prst="roundRect">
                <a:avLst/>
              </a:prstGeom>
              <a:solidFill>
                <a:srgbClr val="FCE4D6"/>
              </a:solidFill>
              <a:ln w="16417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9250" tIns="24625" rIns="49250" bIns="24625" rtlCol="0" anchor="ctr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en-US" altLang="ja-JP" sz="646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2</a:t>
                </a:r>
                <a:r>
                  <a:rPr kumimoji="0" lang="ja-JP" altLang="en-US" sz="646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 デバイスコネクタ</a:t>
                </a:r>
              </a:p>
            </p:txBody>
          </p:sp>
          <p:cxnSp>
            <p:nvCxnSpPr>
              <p:cNvPr id="190" name="edge_d511_01_APP_to_HOST" descr="コマンド通信用パイプ&#10;要求（アプリ→コネクタ）&#10;同期応答（コネクタ→アプリ）" title="コマンド通信用パイプ&#10;要求（アプリ→コネクタ）&#10;同期応答（コネクタ→アプリ）">
                <a:extLst>
                  <a:ext uri="{FF2B5EF4-FFF2-40B4-BE49-F238E27FC236}">
                    <a16:creationId xmlns:a16="http://schemas.microsoft.com/office/drawing/2014/main" id="{F93879FF-D070-8E17-12E0-03E8D1DA189D}"/>
                  </a:ext>
                </a:extLst>
              </p:cNvPr>
              <p:cNvCxnSpPr>
                <a:cxnSpLocks/>
                <a:stCxn id="187" idx="0"/>
                <a:endCxn id="189" idx="0"/>
              </p:cNvCxnSpPr>
              <p:nvPr/>
            </p:nvCxnSpPr>
            <p:spPr>
              <a:xfrm rot="5400000" flipH="1" flipV="1">
                <a:off x="5976843" y="-2570744"/>
                <a:ext cx="94143" cy="7240890"/>
              </a:xfrm>
              <a:prstGeom prst="bentConnector3">
                <a:avLst>
                  <a:gd name="adj1" fmla="val 593151"/>
                </a:avLst>
              </a:prstGeom>
              <a:noFill/>
              <a:ln w="16417" cap="flat" cmpd="sng" algn="ctr">
                <a:solidFill>
                  <a:srgbClr val="1F4E79"/>
                </a:solidFill>
                <a:prstDash val="solid"/>
                <a:headEnd type="triangle"/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edge_d511_02_HOST_to_APP" descr="イベント通知用パイプ&#10;非同期イベント（コネクタ→アプリ）" title="イベント通知用パイプ&#10;非同期イベント（コネクタ→アプリ）">
                <a:extLst>
                  <a:ext uri="{FF2B5EF4-FFF2-40B4-BE49-F238E27FC236}">
                    <a16:creationId xmlns:a16="http://schemas.microsoft.com/office/drawing/2014/main" id="{342E0563-25ED-458C-7918-517D83460B9F}"/>
                  </a:ext>
                </a:extLst>
              </p:cNvPr>
              <p:cNvCxnSpPr>
                <a:cxnSpLocks/>
                <a:stCxn id="189" idx="2"/>
                <a:endCxn id="187" idx="2"/>
              </p:cNvCxnSpPr>
              <p:nvPr/>
            </p:nvCxnSpPr>
            <p:spPr>
              <a:xfrm rot="5400000">
                <a:off x="5722376" y="-1704370"/>
                <a:ext cx="603083" cy="7240890"/>
              </a:xfrm>
              <a:prstGeom prst="bentConnector3">
                <a:avLst>
                  <a:gd name="adj1" fmla="val 176982"/>
                </a:avLst>
              </a:prstGeom>
              <a:noFill/>
              <a:ln w="16417" cap="flat" cmpd="sng" algn="ctr">
                <a:solidFill>
                  <a:srgbClr val="C65911"/>
                </a:solidFill>
                <a:prstDash val="dash"/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edge_d511_03_HOST_to_DEVICE" descr="実機制御（コネクタ→機器）&#10;結果（機器→コネクタ）" title="実機制御（コネクタ→機器）&#10;結果（機器→コネクタ）">
                <a:extLst>
                  <a:ext uri="{FF2B5EF4-FFF2-40B4-BE49-F238E27FC236}">
                    <a16:creationId xmlns:a16="http://schemas.microsoft.com/office/drawing/2014/main" id="{91BBE9BC-D450-4F75-336E-FB206AD7E93A}"/>
                  </a:ext>
                </a:extLst>
              </p:cNvPr>
              <p:cNvCxnSpPr>
                <a:cxnSpLocks/>
                <a:stCxn id="189" idx="3"/>
                <a:endCxn id="188" idx="1"/>
              </p:cNvCxnSpPr>
              <p:nvPr/>
            </p:nvCxnSpPr>
            <p:spPr>
              <a:xfrm flipV="1">
                <a:off x="10903404" y="1282024"/>
                <a:ext cx="3593563" cy="26556"/>
              </a:xfrm>
              <a:prstGeom prst="straightConnector1">
                <a:avLst/>
              </a:prstGeom>
              <a:noFill/>
              <a:ln w="16417" cap="flat" cmpd="sng" algn="ctr">
                <a:solidFill>
                  <a:srgbClr val="7030A0"/>
                </a:solidFill>
                <a:prstDash val="solid"/>
                <a:headEnd type="triangle"/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shape_comment_d511_APP">
                <a:extLst>
                  <a:ext uri="{FF2B5EF4-FFF2-40B4-BE49-F238E27FC236}">
                    <a16:creationId xmlns:a16="http://schemas.microsoft.com/office/drawing/2014/main" id="{955BF283-7D42-B91E-5782-187192A3D876}"/>
                  </a:ext>
                </a:extLst>
              </p:cNvPr>
              <p:cNvSpPr/>
              <p:nvPr/>
            </p:nvSpPr>
            <p:spPr>
              <a:xfrm>
                <a:off x="240468" y="160518"/>
                <a:ext cx="1719590" cy="732829"/>
              </a:xfrm>
              <a:prstGeom prst="wedgeRoundRectCallout">
                <a:avLst>
                  <a:gd name="adj1" fmla="val 17317"/>
                  <a:gd name="adj2" fmla="val 71298"/>
                  <a:gd name="adj3" fmla="val 16667"/>
                </a:avLst>
              </a:prstGeom>
              <a:solidFill>
                <a:srgbClr val="FFF2CC">
                  <a:alpha val="30000"/>
                </a:srgbClr>
              </a:solidFill>
              <a:ln w="16417" cap="flat" cmpd="sng" algn="ctr">
                <a:solidFill>
                  <a:srgbClr val="BF9000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57459" tIns="32834" rIns="57459" bIns="32834" rtlCol="0" anchor="ctr"/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0" lang="ja-JP" altLang="en-US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業務判断／デバイス操作の依頼</a:t>
                </a:r>
              </a:p>
            </p:txBody>
          </p:sp>
          <p:sp>
            <p:nvSpPr>
              <p:cNvPr id="194" name="shape_comment_d511_DEVICE">
                <a:extLst>
                  <a:ext uri="{FF2B5EF4-FFF2-40B4-BE49-F238E27FC236}">
                    <a16:creationId xmlns:a16="http://schemas.microsoft.com/office/drawing/2014/main" id="{D2241EF6-5BCB-1DE9-75D1-657E9D233B3E}"/>
                  </a:ext>
                </a:extLst>
              </p:cNvPr>
              <p:cNvSpPr/>
              <p:nvPr/>
            </p:nvSpPr>
            <p:spPr>
              <a:xfrm>
                <a:off x="13800416" y="1791200"/>
                <a:ext cx="5080000" cy="1905000"/>
              </a:xfrm>
              <a:prstGeom prst="wedgeRoundRectCallout">
                <a:avLst>
                  <a:gd name="adj1" fmla="val -22977"/>
                  <a:gd name="adj2" fmla="val -66305"/>
                  <a:gd name="adj3" fmla="val 16667"/>
                </a:avLst>
              </a:prstGeom>
              <a:solidFill>
                <a:srgbClr val="FFF2CC">
                  <a:alpha val="30000"/>
                </a:srgbClr>
              </a:solidFill>
              <a:ln w="16417" cap="flat" cmpd="sng" algn="ctr">
                <a:solidFill>
                  <a:srgbClr val="BF9000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57459" tIns="32834" rIns="57459" bIns="32834" rtlCol="0" anchor="ctr"/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0" lang="ja-JP" altLang="en-US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自動釣銭機：</a:t>
                </a:r>
                <a:r>
                  <a:rPr kumimoji="0" lang="en-US" altLang="ja-JP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GLORY RT-300</a:t>
                </a:r>
                <a:r>
                  <a:rPr kumimoji="0" lang="ja-JP" altLang="en-US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／</a:t>
                </a:r>
                <a:r>
                  <a:rPr kumimoji="0" lang="en-US" altLang="ja-JP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RAD-300</a:t>
                </a:r>
              </a:p>
              <a:p>
                <a:pPr algn="l"/>
                <a:r>
                  <a:rPr kumimoji="0" lang="ja-JP" altLang="en-US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ドロア：SHARP UP-J36DW3</a:t>
                </a:r>
              </a:p>
              <a:p>
                <a:pPr algn="l"/>
                <a:r>
                  <a:rPr kumimoji="0" lang="ja-JP" altLang="en-US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カスタマディスプレイ：SHARP RZ-4DP1</a:t>
                </a:r>
              </a:p>
              <a:p>
                <a:pPr algn="l"/>
                <a:r>
                  <a:rPr kumimoji="0" lang="ja-JP" altLang="en-US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決済端末：</a:t>
                </a:r>
                <a:r>
                  <a:rPr kumimoji="0" lang="en-US" altLang="ja-JP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CAFIS Arch Saturn</a:t>
                </a:r>
              </a:p>
              <a:p>
                <a:pPr algn="l"/>
                <a:r>
                  <a:rPr kumimoji="0" lang="ja-JP" altLang="en-US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レシートプリンター：</a:t>
                </a:r>
                <a:r>
                  <a:rPr kumimoji="0" lang="en-US" altLang="ja-JP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SHARP 80mm</a:t>
                </a:r>
              </a:p>
              <a:p>
                <a:pPr algn="l"/>
                <a:r>
                  <a:rPr kumimoji="0" lang="en-US" altLang="ja-JP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※ </a:t>
                </a:r>
                <a:r>
                  <a:rPr kumimoji="0" lang="ja-JP" altLang="en-US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アプリから実機を直接呼び出しません。</a:t>
                </a:r>
              </a:p>
            </p:txBody>
          </p:sp>
          <p:sp>
            <p:nvSpPr>
              <p:cNvPr id="195" name="shape_comment_d511_HOST">
                <a:extLst>
                  <a:ext uri="{FF2B5EF4-FFF2-40B4-BE49-F238E27FC236}">
                    <a16:creationId xmlns:a16="http://schemas.microsoft.com/office/drawing/2014/main" id="{738F6E1A-601D-4E7D-EE25-86395047A398}"/>
                  </a:ext>
                </a:extLst>
              </p:cNvPr>
              <p:cNvSpPr/>
              <p:nvPr/>
            </p:nvSpPr>
            <p:spPr>
              <a:xfrm>
                <a:off x="10030939" y="2037740"/>
                <a:ext cx="2545097" cy="729975"/>
              </a:xfrm>
              <a:prstGeom prst="wedgeRoundRectCallout">
                <a:avLst>
                  <a:gd name="adj1" fmla="val -39414"/>
                  <a:gd name="adj2" fmla="val -104538"/>
                  <a:gd name="adj3" fmla="val 16667"/>
                </a:avLst>
              </a:prstGeom>
              <a:solidFill>
                <a:srgbClr val="FFF2CC">
                  <a:alpha val="30000"/>
                </a:srgbClr>
              </a:solidFill>
              <a:ln w="16417" cap="flat" cmpd="sng" algn="ctr">
                <a:solidFill>
                  <a:srgbClr val="BF9000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57459" tIns="32834" rIns="57459" bIns="32834" rtlCol="0" anchor="ctr"/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0" lang="en-US" altLang="ja-JP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Windows</a:t>
                </a:r>
                <a:r>
                  <a:rPr kumimoji="0" lang="ja-JP" altLang="en-US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別プロセス</a:t>
                </a:r>
              </a:p>
              <a:p>
                <a:pPr algn="l"/>
                <a:r>
                  <a:rPr kumimoji="0" lang="ja-JP" altLang="en-US" sz="517" b="0" i="0" u="none" strike="noStrike" kern="0" cap="none" spc="0" normalizeH="0" baseline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既存デバイス資源の呼出し</a:t>
                </a:r>
              </a:p>
            </p:txBody>
          </p:sp>
          <p:sp>
            <p:nvSpPr>
              <p:cNvPr id="196" name="edge_label_d511_01_APP_to_HOST">
                <a:extLst>
                  <a:ext uri="{FF2B5EF4-FFF2-40B4-BE49-F238E27FC236}">
                    <a16:creationId xmlns:a16="http://schemas.microsoft.com/office/drawing/2014/main" id="{DDFB5E88-8EBB-D5D0-4A25-D58E45E6FA66}"/>
                  </a:ext>
                </a:extLst>
              </p:cNvPr>
              <p:cNvSpPr txBox="1"/>
              <p:nvPr/>
            </p:nvSpPr>
            <p:spPr>
              <a:xfrm>
                <a:off x="5166512" y="409575"/>
                <a:ext cx="2610710" cy="813646"/>
              </a:xfrm>
              <a:prstGeom prst="rect">
                <a:avLst/>
              </a:prstGeom>
              <a:solidFill>
                <a:srgbClr val="FFFFFF"/>
              </a:solidFill>
              <a:ln w="16417">
                <a:solidFill>
                  <a:srgbClr val="1F4E79"/>
                </a:solidFill>
              </a:ln>
            </p:spPr>
            <p:txBody>
              <a:bodyPr vert="horz" wrap="square" lIns="41042" tIns="16417" rIns="41042" bIns="16417" rtlCol="0" anchor="ctr">
                <a:sp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582" b="1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コマンド通信用パイプ</a:t>
                </a:r>
                <a:r>
                  <a:rPr kumimoji="0" lang="ja-JP" altLang="en-US" sz="582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
要求（アプリ→コネクタ）
同期応答（コネクタ→アプリ）</a:t>
                </a:r>
              </a:p>
            </p:txBody>
          </p:sp>
          <p:sp>
            <p:nvSpPr>
              <p:cNvPr id="197" name="edge_label_d511_02_HOST_to_APP">
                <a:extLst>
                  <a:ext uri="{FF2B5EF4-FFF2-40B4-BE49-F238E27FC236}">
                    <a16:creationId xmlns:a16="http://schemas.microsoft.com/office/drawing/2014/main" id="{97AF7E10-E0CD-E8AA-720D-BA0C29A8F4BA}"/>
                  </a:ext>
                </a:extLst>
              </p:cNvPr>
              <p:cNvSpPr txBox="1"/>
              <p:nvPr/>
            </p:nvSpPr>
            <p:spPr>
              <a:xfrm>
                <a:off x="5146813" y="2304492"/>
                <a:ext cx="2834686" cy="612481"/>
              </a:xfrm>
              <a:prstGeom prst="rect">
                <a:avLst/>
              </a:prstGeom>
              <a:solidFill>
                <a:srgbClr val="FFFFFF"/>
              </a:solidFill>
              <a:ln w="16417">
                <a:solidFill>
                  <a:srgbClr val="1F4E79"/>
                </a:solidFill>
              </a:ln>
            </p:spPr>
            <p:txBody>
              <a:bodyPr vert="horz" wrap="square" lIns="41042" tIns="16417" rIns="41042" bIns="16417" rtlCol="0" anchor="ctr">
                <a:sp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582" b="1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イベント通知用パイプ</a:t>
                </a:r>
              </a:p>
              <a:p>
                <a:pPr algn="ctr"/>
                <a:r>
                  <a:rPr kumimoji="0" lang="ja-JP" altLang="en-US" sz="582" b="1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非同期イベント（コネクタ→</a:t>
                </a:r>
                <a:r>
                  <a:rPr kumimoji="0" lang="en-US" altLang="ja-JP" sz="582" b="1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DeviceCtrl</a:t>
                </a:r>
                <a:r>
                  <a:rPr kumimoji="0" lang="ja-JP" altLang="en-US" sz="582" b="1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受信処理）</a:t>
                </a:r>
                <a:endParaRPr kumimoji="0" lang="ja-JP" altLang="en-US" sz="582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endParaRPr>
              </a:p>
            </p:txBody>
          </p:sp>
          <p:sp>
            <p:nvSpPr>
              <p:cNvPr id="198" name="edge_label_d511_03_HOST_to_DEVICE">
                <a:extLst>
                  <a:ext uri="{FF2B5EF4-FFF2-40B4-BE49-F238E27FC236}">
                    <a16:creationId xmlns:a16="http://schemas.microsoft.com/office/drawing/2014/main" id="{B415BDA7-78F1-35F1-FD19-F8AD67A1B98A}"/>
                  </a:ext>
                </a:extLst>
              </p:cNvPr>
              <p:cNvSpPr txBox="1"/>
              <p:nvPr/>
            </p:nvSpPr>
            <p:spPr>
              <a:xfrm>
                <a:off x="11597075" y="1016858"/>
                <a:ext cx="2130831" cy="430766"/>
              </a:xfrm>
              <a:prstGeom prst="rect">
                <a:avLst/>
              </a:prstGeom>
              <a:solidFill>
                <a:srgbClr val="FFFFFF"/>
              </a:solidFill>
              <a:ln w="16417">
                <a:solidFill>
                  <a:srgbClr val="1F4E79"/>
                </a:solidFill>
              </a:ln>
            </p:spPr>
            <p:txBody>
              <a:bodyPr vert="horz" wrap="square" lIns="41042" tIns="16417" rIns="41042" bIns="16417" rtlCol="0" anchor="ctr">
                <a:sp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582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実機制御（コネクタ→機器）
結果（機器→コネクタ）</a:t>
                </a:r>
              </a:p>
            </p:txBody>
          </p:sp>
          <p:sp>
            <p:nvSpPr>
              <p:cNvPr id="199" name="正方形/長方形 198">
                <a:extLst>
                  <a:ext uri="{FF2B5EF4-FFF2-40B4-BE49-F238E27FC236}">
                    <a16:creationId xmlns:a16="http://schemas.microsoft.com/office/drawing/2014/main" id="{ECFFC952-EA0A-4F2B-1715-77E116184072}"/>
                  </a:ext>
                </a:extLst>
              </p:cNvPr>
              <p:cNvSpPr/>
              <p:nvPr/>
            </p:nvSpPr>
            <p:spPr>
              <a:xfrm>
                <a:off x="0" y="0"/>
                <a:ext cx="11324436" cy="408023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/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711"/>
              </a:p>
            </p:txBody>
          </p:sp>
          <p:pic>
            <p:nvPicPr>
              <p:cNvPr id="200" name="図 199" descr="RZ-A395S">
                <a:extLst>
                  <a:ext uri="{FF2B5EF4-FFF2-40B4-BE49-F238E27FC236}">
                    <a16:creationId xmlns:a16="http://schemas.microsoft.com/office/drawing/2014/main" id="{7B696411-609D-FC02-CF7B-46690C2819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649" y="2421458"/>
                <a:ext cx="1332200" cy="15395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1" name="図 200" descr="新型つり銭機「RT-300」「RAD-300」、包装硬貨管理機「WD-300」を開発 | グローリー株式会社">
                <a:extLst>
                  <a:ext uri="{FF2B5EF4-FFF2-40B4-BE49-F238E27FC236}">
                    <a16:creationId xmlns:a16="http://schemas.microsoft.com/office/drawing/2014/main" id="{659D6C2C-93AA-C9CE-13DA-B8274027D9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00416" y="222212"/>
                <a:ext cx="1123503" cy="5941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2" name="図 201" descr="DSCA-PO 3B/6C 手動開閉式キャッシュドロアー DSCA-PO クローバー電子 25911753">
                <a:extLst>
                  <a:ext uri="{FF2B5EF4-FFF2-40B4-BE49-F238E27FC236}">
                    <a16:creationId xmlns:a16="http://schemas.microsoft.com/office/drawing/2014/main" id="{B749B711-EA21-16AC-9959-6D9A7E58A2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34018" y="119492"/>
                <a:ext cx="795118" cy="7738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3" name="図 202" descr="POSターミナル&lt;RZ-A476S/RZ-A396S&gt;：ニュースリリース画像ダウンロードサービス：シャープ">
                <a:extLst>
                  <a:ext uri="{FF2B5EF4-FFF2-40B4-BE49-F238E27FC236}">
                    <a16:creationId xmlns:a16="http://schemas.microsoft.com/office/drawing/2014/main" id="{B2CD8304-0A07-5003-8EC2-CB88BD4E48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41654" y="108450"/>
                <a:ext cx="1015972" cy="6847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4" name="図 203">
                <a:extLst>
                  <a:ext uri="{FF2B5EF4-FFF2-40B4-BE49-F238E27FC236}">
                    <a16:creationId xmlns:a16="http://schemas.microsoft.com/office/drawing/2014/main" id="{D856D03C-C136-57CD-F180-AAA004E89E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0415" y="1232241"/>
                <a:ext cx="1324583" cy="864761"/>
              </a:xfrm>
              <a:prstGeom prst="rect">
                <a:avLst/>
              </a:prstGeom>
            </p:spPr>
          </p:pic>
          <p:pic>
            <p:nvPicPr>
              <p:cNvPr id="205" name="図 204" descr="CAFISArch Saturn 1000 E | 日本決済情報センター">
                <a:extLst>
                  <a:ext uri="{FF2B5EF4-FFF2-40B4-BE49-F238E27FC236}">
                    <a16:creationId xmlns:a16="http://schemas.microsoft.com/office/drawing/2014/main" id="{BBBC2F74-8FA7-3115-23B1-AC5F670087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257626" y="138980"/>
                <a:ext cx="1188647" cy="6236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6" name="Picture 2" descr="EPSON レシートプリンター/80mm・58mm/電源同梱/ホワイト TM302-611W">
                <a:extLst>
                  <a:ext uri="{FF2B5EF4-FFF2-40B4-BE49-F238E27FC236}">
                    <a16:creationId xmlns:a16="http://schemas.microsoft.com/office/drawing/2014/main" id="{78EE4DF9-3CD3-EF43-9807-5FA8EEB94A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49332" y="121632"/>
                <a:ext cx="795118" cy="7951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6" name="frame_0">
              <a:extLst>
                <a:ext uri="{FF2B5EF4-FFF2-40B4-BE49-F238E27FC236}">
                  <a16:creationId xmlns:a16="http://schemas.microsoft.com/office/drawing/2014/main" id="{031726FD-35F8-6BB1-476C-892329358C67}"/>
                </a:ext>
              </a:extLst>
            </p:cNvPr>
            <p:cNvSpPr/>
            <p:nvPr/>
          </p:nvSpPr>
          <p:spPr>
            <a:xfrm>
              <a:off x="253404" y="3473304"/>
              <a:ext cx="2535465" cy="4143709"/>
            </a:xfrm>
            <a:prstGeom prst="roundRect">
              <a:avLst>
                <a:gd name="adj" fmla="val 3000"/>
              </a:avLst>
            </a:prstGeom>
            <a:noFill/>
            <a:ln w="11448">
              <a:solidFill>
                <a:srgbClr val="2E75B6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107" name="frame_title_0">
              <a:extLst>
                <a:ext uri="{FF2B5EF4-FFF2-40B4-BE49-F238E27FC236}">
                  <a16:creationId xmlns:a16="http://schemas.microsoft.com/office/drawing/2014/main" id="{B7EDE28F-7394-D3AA-ADA1-E45E6B0C4C41}"/>
                </a:ext>
              </a:extLst>
            </p:cNvPr>
            <p:cNvSpPr/>
            <p:nvPr/>
          </p:nvSpPr>
          <p:spPr>
            <a:xfrm>
              <a:off x="377396" y="3490705"/>
              <a:ext cx="2288672" cy="167440"/>
            </a:xfrm>
            <a:prstGeom prst="rect">
              <a:avLst/>
            </a:prstGeom>
            <a:solidFill>
              <a:srgbClr val="F7FBFF"/>
            </a:solidFill>
            <a:ln w="4906">
              <a:noFill/>
            </a:ln>
          </p:spPr>
          <p:txBody>
            <a:bodyPr wrap="square" lIns="18544" tIns="9272" rIns="18544" bIns="9272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669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1 タブレットPOS端末アプリ（アプリプロセス）</a:t>
              </a:r>
            </a:p>
          </p:txBody>
        </p:sp>
        <p:sp>
          <p:nvSpPr>
            <p:cNvPr id="108" name="frame_1">
              <a:extLst>
                <a:ext uri="{FF2B5EF4-FFF2-40B4-BE49-F238E27FC236}">
                  <a16:creationId xmlns:a16="http://schemas.microsoft.com/office/drawing/2014/main" id="{E8BA3FF5-B6DA-C219-29F6-E643060C6978}"/>
                </a:ext>
              </a:extLst>
            </p:cNvPr>
            <p:cNvSpPr/>
            <p:nvPr/>
          </p:nvSpPr>
          <p:spPr>
            <a:xfrm>
              <a:off x="2832796" y="5208268"/>
              <a:ext cx="2309486" cy="4530643"/>
            </a:xfrm>
            <a:prstGeom prst="roundRect">
              <a:avLst>
                <a:gd name="adj" fmla="val 3000"/>
              </a:avLst>
            </a:prstGeom>
            <a:noFill/>
            <a:ln w="11448">
              <a:solidFill>
                <a:srgbClr val="C55A11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109" name="frame_title_1">
              <a:extLst>
                <a:ext uri="{FF2B5EF4-FFF2-40B4-BE49-F238E27FC236}">
                  <a16:creationId xmlns:a16="http://schemas.microsoft.com/office/drawing/2014/main" id="{1BB4ECBE-C1BA-FAF1-4403-BEC618A4AF15}"/>
                </a:ext>
              </a:extLst>
            </p:cNvPr>
            <p:cNvSpPr/>
            <p:nvPr/>
          </p:nvSpPr>
          <p:spPr>
            <a:xfrm>
              <a:off x="3072538" y="5313000"/>
              <a:ext cx="1808501" cy="123959"/>
            </a:xfrm>
            <a:prstGeom prst="rect">
              <a:avLst/>
            </a:prstGeom>
            <a:solidFill>
              <a:srgbClr val="FCE4D6"/>
            </a:solidFill>
            <a:ln w="4906">
              <a:noFill/>
            </a:ln>
          </p:spPr>
          <p:txBody>
            <a:bodyPr wrap="square" lIns="18544" tIns="9272" rIns="18544" bIns="9272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669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2</a:t>
              </a:r>
              <a:r>
                <a:rPr lang="ja-JP" altLang="en-US" sz="669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 デバイスコネクタ（</a:t>
              </a:r>
              <a:r>
                <a:rPr lang="en-US" altLang="ja-JP" sz="669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Windows</a:t>
              </a:r>
              <a:r>
                <a:rPr lang="ja-JP" altLang="en-US" sz="669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別プロセス）</a:t>
              </a:r>
              <a:endParaRPr lang="ja-JP" sz="669" b="1">
                <a:solidFill>
                  <a:srgbClr val="C55A11"/>
                </a:solidFill>
                <a:latin typeface="Meiryo UI"/>
                <a:ea typeface="Meiryo UI"/>
                <a:cs typeface="Meiryo UI"/>
              </a:endParaRPr>
            </a:p>
          </p:txBody>
        </p:sp>
        <p:sp>
          <p:nvSpPr>
            <p:cNvPr id="110" name="frame_2">
              <a:extLst>
                <a:ext uri="{FF2B5EF4-FFF2-40B4-BE49-F238E27FC236}">
                  <a16:creationId xmlns:a16="http://schemas.microsoft.com/office/drawing/2014/main" id="{D6225DEE-6BAE-DDE1-4238-8455AA34B696}"/>
                </a:ext>
              </a:extLst>
            </p:cNvPr>
            <p:cNvSpPr/>
            <p:nvPr/>
          </p:nvSpPr>
          <p:spPr>
            <a:xfrm>
              <a:off x="5694724" y="5224037"/>
              <a:ext cx="1768174" cy="5669782"/>
            </a:xfrm>
            <a:prstGeom prst="roundRect">
              <a:avLst>
                <a:gd name="adj" fmla="val 3000"/>
              </a:avLst>
            </a:prstGeom>
            <a:noFill/>
            <a:ln w="11448">
              <a:solidFill>
                <a:srgbClr val="7030A0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111" name="frame_title_2">
              <a:extLst>
                <a:ext uri="{FF2B5EF4-FFF2-40B4-BE49-F238E27FC236}">
                  <a16:creationId xmlns:a16="http://schemas.microsoft.com/office/drawing/2014/main" id="{D35FAB1C-EE0F-4C07-2D5D-1F120C65EB3E}"/>
                </a:ext>
              </a:extLst>
            </p:cNvPr>
            <p:cNvSpPr/>
            <p:nvPr/>
          </p:nvSpPr>
          <p:spPr>
            <a:xfrm>
              <a:off x="6123343" y="5313000"/>
              <a:ext cx="781356" cy="161091"/>
            </a:xfrm>
            <a:prstGeom prst="rect">
              <a:avLst/>
            </a:prstGeom>
            <a:solidFill>
              <a:srgbClr val="E4DFEC"/>
            </a:solidFill>
            <a:ln w="4906">
              <a:noFill/>
            </a:ln>
          </p:spPr>
          <p:txBody>
            <a:bodyPr wrap="square" lIns="18544" tIns="9272" rIns="18544" bIns="9272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669" b="1">
                  <a:solidFill>
                    <a:srgbClr val="7030A0"/>
                  </a:solidFill>
                  <a:latin typeface="Meiryo UI"/>
                  <a:ea typeface="Meiryo UI"/>
                  <a:cs typeface="Meiryo UI"/>
                </a:rPr>
                <a:t>3 周辺機器</a:t>
              </a:r>
            </a:p>
          </p:txBody>
        </p:sp>
        <p:sp>
          <p:nvSpPr>
            <p:cNvPr id="112" name="cell_C49">
              <a:extLst>
                <a:ext uri="{FF2B5EF4-FFF2-40B4-BE49-F238E27FC236}">
                  <a16:creationId xmlns:a16="http://schemas.microsoft.com/office/drawing/2014/main" id="{8601335D-A0DA-B3B6-914C-70DB74E67BFB}"/>
                </a:ext>
              </a:extLst>
            </p:cNvPr>
            <p:cNvSpPr/>
            <p:nvPr/>
          </p:nvSpPr>
          <p:spPr>
            <a:xfrm>
              <a:off x="270873" y="3218765"/>
              <a:ext cx="5010243" cy="131597"/>
            </a:xfrm>
            <a:prstGeom prst="rect">
              <a:avLst/>
            </a:prstGeom>
            <a:noFill/>
            <a:ln w="4906">
              <a:solidFill>
                <a:srgbClr val="808080"/>
              </a:solidFill>
            </a:ln>
          </p:spPr>
          <p:txBody>
            <a:bodyPr wrap="square" lIns="18544" tIns="9272" rIns="18544" bIns="9272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721" b="1">
                  <a:solidFill>
                    <a:srgbClr val="FF0000"/>
                  </a:solidFill>
                  <a:latin typeface="Meiryo UI"/>
                  <a:ea typeface="Meiryo UI"/>
                  <a:cs typeface="Meiryo UI"/>
                </a:rPr>
                <a:t>POS端末のウィンドウズ環境</a:t>
              </a:r>
            </a:p>
          </p:txBody>
        </p:sp>
        <p:sp>
          <p:nvSpPr>
            <p:cNvPr id="113" name="section_bg_d512_2_3">
              <a:extLst>
                <a:ext uri="{FF2B5EF4-FFF2-40B4-BE49-F238E27FC236}">
                  <a16:creationId xmlns:a16="http://schemas.microsoft.com/office/drawing/2014/main" id="{3285102D-6749-D5D6-96A0-98F122381FDB}"/>
                </a:ext>
              </a:extLst>
            </p:cNvPr>
            <p:cNvSpPr/>
            <p:nvPr/>
          </p:nvSpPr>
          <p:spPr>
            <a:xfrm>
              <a:off x="2932195" y="8910817"/>
              <a:ext cx="2076876" cy="724394"/>
            </a:xfrm>
            <a:prstGeom prst="rect">
              <a:avLst/>
            </a:prstGeom>
            <a:solidFill>
              <a:srgbClr val="FFFFFF"/>
            </a:solidFill>
            <a:ln w="13084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669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2.3 既存デバイス資源呼出し</a:t>
              </a:r>
            </a:p>
          </p:txBody>
        </p:sp>
        <p:sp>
          <p:nvSpPr>
            <p:cNvPr id="114" name="section_bg_d512_2_2">
              <a:extLst>
                <a:ext uri="{FF2B5EF4-FFF2-40B4-BE49-F238E27FC236}">
                  <a16:creationId xmlns:a16="http://schemas.microsoft.com/office/drawing/2014/main" id="{148AC416-C123-E647-8BD5-68B20AADD2DE}"/>
                </a:ext>
              </a:extLst>
            </p:cNvPr>
            <p:cNvSpPr/>
            <p:nvPr/>
          </p:nvSpPr>
          <p:spPr>
            <a:xfrm>
              <a:off x="2892769" y="7106113"/>
              <a:ext cx="2136963" cy="1577653"/>
            </a:xfrm>
            <a:prstGeom prst="rect">
              <a:avLst/>
            </a:prstGeom>
            <a:solidFill>
              <a:srgbClr val="FFFFFF"/>
            </a:solidFill>
            <a:ln w="13084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669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2.2 コマンド実行</a:t>
              </a:r>
            </a:p>
          </p:txBody>
        </p:sp>
        <p:sp>
          <p:nvSpPr>
            <p:cNvPr id="115" name="section_bg_d512_2_1">
              <a:extLst>
                <a:ext uri="{FF2B5EF4-FFF2-40B4-BE49-F238E27FC236}">
                  <a16:creationId xmlns:a16="http://schemas.microsoft.com/office/drawing/2014/main" id="{06D5634C-EDF7-8DDF-50E5-6AB830FA0586}"/>
                </a:ext>
              </a:extLst>
            </p:cNvPr>
            <p:cNvSpPr/>
            <p:nvPr/>
          </p:nvSpPr>
          <p:spPr>
            <a:xfrm>
              <a:off x="2904258" y="5606908"/>
              <a:ext cx="2128870" cy="1239814"/>
            </a:xfrm>
            <a:prstGeom prst="rect">
              <a:avLst/>
            </a:prstGeom>
            <a:solidFill>
              <a:srgbClr val="FFFFFF"/>
            </a:solidFill>
            <a:ln w="13084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669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2.1 プロセス・通信サービス</a:t>
              </a:r>
            </a:p>
          </p:txBody>
        </p:sp>
        <p:sp>
          <p:nvSpPr>
            <p:cNvPr id="116" name="section_bg_d512_1_2">
              <a:extLst>
                <a:ext uri="{FF2B5EF4-FFF2-40B4-BE49-F238E27FC236}">
                  <a16:creationId xmlns:a16="http://schemas.microsoft.com/office/drawing/2014/main" id="{18EA3712-DB71-8713-33B4-827AFAC15A29}"/>
                </a:ext>
              </a:extLst>
            </p:cNvPr>
            <p:cNvSpPr/>
            <p:nvPr/>
          </p:nvSpPr>
          <p:spPr>
            <a:xfrm>
              <a:off x="361257" y="5322763"/>
              <a:ext cx="2389070" cy="2248271"/>
            </a:xfrm>
            <a:prstGeom prst="rect">
              <a:avLst/>
            </a:prstGeom>
            <a:solidFill>
              <a:srgbClr val="FFFFFF"/>
            </a:solidFill>
            <a:ln w="13084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669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1.2 デバイス制御層</a:t>
              </a:r>
            </a:p>
          </p:txBody>
        </p:sp>
        <p:sp>
          <p:nvSpPr>
            <p:cNvPr id="117" name="section_bg_d512_1_1">
              <a:extLst>
                <a:ext uri="{FF2B5EF4-FFF2-40B4-BE49-F238E27FC236}">
                  <a16:creationId xmlns:a16="http://schemas.microsoft.com/office/drawing/2014/main" id="{9B93FF45-ABF8-629F-FDC5-592A853A7856}"/>
                </a:ext>
              </a:extLst>
            </p:cNvPr>
            <p:cNvSpPr/>
            <p:nvPr/>
          </p:nvSpPr>
          <p:spPr>
            <a:xfrm>
              <a:off x="362306" y="3753145"/>
              <a:ext cx="2361451" cy="1462881"/>
            </a:xfrm>
            <a:prstGeom prst="rect">
              <a:avLst/>
            </a:prstGeom>
            <a:solidFill>
              <a:srgbClr val="FFFFFF"/>
            </a:solidFill>
            <a:ln w="13084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669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1.1 アプリケーション層（業務・プロセス管理）</a:t>
              </a:r>
            </a:p>
          </p:txBody>
        </p:sp>
        <p:sp>
          <p:nvSpPr>
            <p:cNvPr id="118" name="shape_d512_HOST_HOST_EXEC_CONTROL" title="②-2 要求変換・コマンド制御">
              <a:extLst>
                <a:ext uri="{FF2B5EF4-FFF2-40B4-BE49-F238E27FC236}">
                  <a16:creationId xmlns:a16="http://schemas.microsoft.com/office/drawing/2014/main" id="{0AD9F8A5-11CC-14F2-A145-B6D778CD176B}"/>
                </a:ext>
              </a:extLst>
            </p:cNvPr>
            <p:cNvSpPr/>
            <p:nvPr/>
          </p:nvSpPr>
          <p:spPr>
            <a:xfrm>
              <a:off x="3342418" y="7768293"/>
              <a:ext cx="1255563" cy="189384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2.2.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 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要求変換・コマンド制御</a:t>
              </a:r>
            </a:p>
          </p:txBody>
        </p:sp>
        <p:sp>
          <p:nvSpPr>
            <p:cNvPr id="119" name="shape_d512_APP_APP_COORD_PROCESS" descr="デバイスコネクタはアプリと&#10;は別プロセスで管理します。&#10;起動・停止はアプリのライフサイクルに&#10;合わせて制御します。" title="①-3 デバイスコネクタ プロセス管理">
              <a:extLst>
                <a:ext uri="{FF2B5EF4-FFF2-40B4-BE49-F238E27FC236}">
                  <a16:creationId xmlns:a16="http://schemas.microsoft.com/office/drawing/2014/main" id="{0D98AA08-FA20-6936-B57E-AE4D5614358A}"/>
                </a:ext>
              </a:extLst>
            </p:cNvPr>
            <p:cNvSpPr/>
            <p:nvPr/>
          </p:nvSpPr>
          <p:spPr>
            <a:xfrm>
              <a:off x="1027984" y="4720813"/>
              <a:ext cx="1006315" cy="421291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1.1.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3 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デバイスコネクタ
プロセス管理</a:t>
              </a:r>
            </a:p>
          </p:txBody>
        </p:sp>
        <p:sp>
          <p:nvSpPr>
            <p:cNvPr id="120" name="shape_d512_APP_APP_COORD_LIFECYCLE" title="①-2 アプリライフサイクル">
              <a:extLst>
                <a:ext uri="{FF2B5EF4-FFF2-40B4-BE49-F238E27FC236}">
                  <a16:creationId xmlns:a16="http://schemas.microsoft.com/office/drawing/2014/main" id="{38151D8B-A6B9-355B-9970-7A17E258E024}"/>
                </a:ext>
              </a:extLst>
            </p:cNvPr>
            <p:cNvSpPr/>
            <p:nvPr/>
          </p:nvSpPr>
          <p:spPr>
            <a:xfrm>
              <a:off x="951673" y="4369179"/>
              <a:ext cx="1143695" cy="181255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1.1.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 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アプリライフサイクル</a:t>
              </a:r>
            </a:p>
          </p:txBody>
        </p:sp>
        <p:sp>
          <p:nvSpPr>
            <p:cNvPr id="121" name="shape_d512_HOST_HOST_EXEC_ORDER" descr="同一デバイスへの要求は&#10;デバイスID単位で順序制御し、&#10;並行実行による競合を防止します。" title="②-1 デバイスID別順序制御">
              <a:extLst>
                <a:ext uri="{FF2B5EF4-FFF2-40B4-BE49-F238E27FC236}">
                  <a16:creationId xmlns:a16="http://schemas.microsoft.com/office/drawing/2014/main" id="{B9A038F3-8468-5FC4-8078-82AE36E3B19C}"/>
                </a:ext>
              </a:extLst>
            </p:cNvPr>
            <p:cNvSpPr/>
            <p:nvPr/>
          </p:nvSpPr>
          <p:spPr>
            <a:xfrm>
              <a:off x="3387402" y="7334007"/>
              <a:ext cx="1150751" cy="179975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2.2.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 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デバイス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ID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別順序制御</a:t>
              </a:r>
            </a:p>
          </p:txBody>
        </p:sp>
        <p:sp>
          <p:nvSpPr>
            <p:cNvPr id="122" name="shape_d512_APP_APP_ACCESS_SELECT" title="②-1 設定・制御方式選択">
              <a:extLst>
                <a:ext uri="{FF2B5EF4-FFF2-40B4-BE49-F238E27FC236}">
                  <a16:creationId xmlns:a16="http://schemas.microsoft.com/office/drawing/2014/main" id="{AE4EFCDD-9DE8-76A4-DF78-F5D373A09635}"/>
                </a:ext>
              </a:extLst>
            </p:cNvPr>
            <p:cNvSpPr/>
            <p:nvPr/>
          </p:nvSpPr>
          <p:spPr>
            <a:xfrm>
              <a:off x="986018" y="5948777"/>
              <a:ext cx="1078180" cy="185569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1.2.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 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設定・制御方式選択</a:t>
              </a:r>
            </a:p>
          </p:txBody>
        </p:sp>
        <p:sp>
          <p:nvSpPr>
            <p:cNvPr id="123" name="shape_d512_APP_APP_ACCESS_RESULT" title="②-3 結果・イベント連携">
              <a:extLst>
                <a:ext uri="{FF2B5EF4-FFF2-40B4-BE49-F238E27FC236}">
                  <a16:creationId xmlns:a16="http://schemas.microsoft.com/office/drawing/2014/main" id="{0A827229-B2D9-BFEC-CE80-220CCD1427B1}"/>
                </a:ext>
              </a:extLst>
            </p:cNvPr>
            <p:cNvSpPr/>
            <p:nvPr/>
          </p:nvSpPr>
          <p:spPr>
            <a:xfrm>
              <a:off x="988443" y="6904600"/>
              <a:ext cx="1075755" cy="130675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zh-TW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1.2.</a:t>
              </a:r>
              <a:r>
                <a:rPr kumimoji="0" lang="en-US" altLang="zh-TW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3 </a:t>
              </a:r>
              <a:r>
                <a:rPr kumimoji="0" lang="zh-TW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同期結果変換</a:t>
              </a:r>
              <a:endParaRPr kumimoji="0" lang="ja-JP" altLang="en-US" sz="515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124" name="shape_d512_HOST_HOST_ADAPTER_ADAPTER" title="③-1 個別デバイス実装">
              <a:extLst>
                <a:ext uri="{FF2B5EF4-FFF2-40B4-BE49-F238E27FC236}">
                  <a16:creationId xmlns:a16="http://schemas.microsoft.com/office/drawing/2014/main" id="{0CEB3A89-DC3F-1B82-E122-28E1BD1418EB}"/>
                </a:ext>
              </a:extLst>
            </p:cNvPr>
            <p:cNvSpPr/>
            <p:nvPr/>
          </p:nvSpPr>
          <p:spPr>
            <a:xfrm>
              <a:off x="3453877" y="9208850"/>
              <a:ext cx="1079047" cy="276493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2.3.1 デバイスコネクタ内部実装</a:t>
              </a:r>
            </a:p>
            <a:p>
              <a:pPr algn="ctr"/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OPOS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／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OCX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／既存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DLL</a:t>
              </a:r>
              <a:endParaRPr kumimoji="0" lang="ja-JP" altLang="en-US" sz="515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125" name="shape_d512_HOST_HOST_SERVICE_RUNTIME" title="①-1 起動・停止管理">
              <a:extLst>
                <a:ext uri="{FF2B5EF4-FFF2-40B4-BE49-F238E27FC236}">
                  <a16:creationId xmlns:a16="http://schemas.microsoft.com/office/drawing/2014/main" id="{6759761D-6C5C-E69B-D121-73B8258F08CE}"/>
                </a:ext>
              </a:extLst>
            </p:cNvPr>
            <p:cNvSpPr/>
            <p:nvPr/>
          </p:nvSpPr>
          <p:spPr>
            <a:xfrm>
              <a:off x="3522197" y="5838336"/>
              <a:ext cx="892947" cy="225462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2.1.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 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起動・停止管理</a:t>
              </a:r>
            </a:p>
            <a:p>
              <a:pPr algn="ctr"/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Mutex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による二重起動防止</a:t>
              </a:r>
            </a:p>
          </p:txBody>
        </p:sp>
        <p:sp>
          <p:nvSpPr>
            <p:cNvPr id="126" name="shape_d512_HOST_HOST_SERVICE_SERVER" title="①-2 コマンド受付">
              <a:extLst>
                <a:ext uri="{FF2B5EF4-FFF2-40B4-BE49-F238E27FC236}">
                  <a16:creationId xmlns:a16="http://schemas.microsoft.com/office/drawing/2014/main" id="{EEED1238-4E05-E183-9080-8257B98C7A70}"/>
                </a:ext>
              </a:extLst>
            </p:cNvPr>
            <p:cNvSpPr/>
            <p:nvPr/>
          </p:nvSpPr>
          <p:spPr>
            <a:xfrm>
              <a:off x="3558085" y="6283542"/>
              <a:ext cx="822122" cy="182594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2.1.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 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コマンド受付</a:t>
              </a:r>
            </a:p>
          </p:txBody>
        </p:sp>
        <p:sp>
          <p:nvSpPr>
            <p:cNvPr id="127" name="shape_d512_APP_APP_ACCESS_COMMAND" title="②-2 コマンド通信">
              <a:extLst>
                <a:ext uri="{FF2B5EF4-FFF2-40B4-BE49-F238E27FC236}">
                  <a16:creationId xmlns:a16="http://schemas.microsoft.com/office/drawing/2014/main" id="{6561B67B-532E-9807-572D-C974E51028E6}"/>
                </a:ext>
              </a:extLst>
            </p:cNvPr>
            <p:cNvSpPr/>
            <p:nvPr/>
          </p:nvSpPr>
          <p:spPr>
            <a:xfrm>
              <a:off x="1138119" y="6286039"/>
              <a:ext cx="773980" cy="186759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1.2.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 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コマンド通信</a:t>
              </a:r>
            </a:p>
          </p:txBody>
        </p:sp>
        <p:sp>
          <p:nvSpPr>
            <p:cNvPr id="128" name="shape_d512_HOST_HOST_SERVICE_EVENT" descr="デバイス処理結果は同期応答と&#10;は別経路で配信し、&#10;アプリの購読処理へ通知します。" title="①-3 イベント配信">
              <a:extLst>
                <a:ext uri="{FF2B5EF4-FFF2-40B4-BE49-F238E27FC236}">
                  <a16:creationId xmlns:a16="http://schemas.microsoft.com/office/drawing/2014/main" id="{EA25539E-7059-C099-1B02-A6B504A16332}"/>
                </a:ext>
              </a:extLst>
            </p:cNvPr>
            <p:cNvSpPr/>
            <p:nvPr/>
          </p:nvSpPr>
          <p:spPr>
            <a:xfrm>
              <a:off x="4048462" y="6601178"/>
              <a:ext cx="813854" cy="177206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2.1.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3 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イベント配信</a:t>
              </a:r>
            </a:p>
          </p:txBody>
        </p:sp>
        <p:sp>
          <p:nvSpPr>
            <p:cNvPr id="129" name="shape_d512_HOST_HOST_EXEC_MANAGER" title="②-3 デバイス管理">
              <a:extLst>
                <a:ext uri="{FF2B5EF4-FFF2-40B4-BE49-F238E27FC236}">
                  <a16:creationId xmlns:a16="http://schemas.microsoft.com/office/drawing/2014/main" id="{EC8FB8E5-60A7-D598-BEE6-8D21A3988469}"/>
                </a:ext>
              </a:extLst>
            </p:cNvPr>
            <p:cNvSpPr/>
            <p:nvPr/>
          </p:nvSpPr>
          <p:spPr>
            <a:xfrm>
              <a:off x="3561477" y="8417664"/>
              <a:ext cx="817445" cy="183235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2.2.</a:t>
              </a:r>
              <a:r>
                <a:rPr kumimoji="0" lang="en-US" altLang="ja-JP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3 </a:t>
              </a:r>
              <a:r>
                <a:rPr kumimoji="0" lang="ja-JP" altLang="en-US" sz="515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デバイス管理</a:t>
              </a:r>
            </a:p>
          </p:txBody>
        </p:sp>
        <p:cxnSp>
          <p:nvCxnSpPr>
            <p:cNvPr id="130" name="edge_d512_01_DEVICE_CASH_to_HOST_HOST_ADAPTER_ADAPTER" descr="制御／結果" title="制御／結果">
              <a:extLst>
                <a:ext uri="{FF2B5EF4-FFF2-40B4-BE49-F238E27FC236}">
                  <a16:creationId xmlns:a16="http://schemas.microsoft.com/office/drawing/2014/main" id="{EC977670-9685-63B1-3E5E-3A1C38219820}"/>
                </a:ext>
              </a:extLst>
            </p:cNvPr>
            <p:cNvCxnSpPr>
              <a:cxnSpLocks/>
              <a:stCxn id="184" idx="1"/>
              <a:endCxn id="124" idx="3"/>
            </p:cNvCxnSpPr>
            <p:nvPr/>
          </p:nvCxnSpPr>
          <p:spPr>
            <a:xfrm rot="10800000" flipV="1">
              <a:off x="4532924" y="6084308"/>
              <a:ext cx="1196640" cy="3266559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030A0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dge_d512_02_DEVICE_DRAWER_to_HOST_HOST_ADAPTER_ADAPTER" descr="制御／結果" title="制御／結果">
              <a:extLst>
                <a:ext uri="{FF2B5EF4-FFF2-40B4-BE49-F238E27FC236}">
                  <a16:creationId xmlns:a16="http://schemas.microsoft.com/office/drawing/2014/main" id="{5F39E1D7-5B85-8496-0F29-A18D99E91FCC}"/>
                </a:ext>
              </a:extLst>
            </p:cNvPr>
            <p:cNvCxnSpPr>
              <a:cxnSpLocks/>
              <a:stCxn id="182" idx="1"/>
              <a:endCxn id="124" idx="3"/>
            </p:cNvCxnSpPr>
            <p:nvPr/>
          </p:nvCxnSpPr>
          <p:spPr>
            <a:xfrm rot="10800000" flipV="1">
              <a:off x="4532925" y="7112190"/>
              <a:ext cx="1254047" cy="2238675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030A0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dge_d512_03_DEVICE_DISPLAY_to_HOST_HOST_ADAPTER_ADAPTER" descr="制御／結果" title="制御／結果">
              <a:extLst>
                <a:ext uri="{FF2B5EF4-FFF2-40B4-BE49-F238E27FC236}">
                  <a16:creationId xmlns:a16="http://schemas.microsoft.com/office/drawing/2014/main" id="{0F3403DE-4000-0241-F4A5-4DAF213B4CBF}"/>
                </a:ext>
              </a:extLst>
            </p:cNvPr>
            <p:cNvCxnSpPr>
              <a:cxnSpLocks/>
              <a:stCxn id="180" idx="1"/>
              <a:endCxn id="124" idx="3"/>
            </p:cNvCxnSpPr>
            <p:nvPr/>
          </p:nvCxnSpPr>
          <p:spPr>
            <a:xfrm rot="10800000" flipV="1">
              <a:off x="4532925" y="8084651"/>
              <a:ext cx="1243830" cy="1266216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030A0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edge_d512_04_APP_APP_COORD_PROCESS_to_HOST_HOST_SERVICE_RUNTIME" descr="OSプロセス制御" title="OSプロセス制御">
              <a:extLst>
                <a:ext uri="{FF2B5EF4-FFF2-40B4-BE49-F238E27FC236}">
                  <a16:creationId xmlns:a16="http://schemas.microsoft.com/office/drawing/2014/main" id="{91D74993-6D2A-50A6-D586-8C23F9A3706F}"/>
                </a:ext>
              </a:extLst>
            </p:cNvPr>
            <p:cNvCxnSpPr>
              <a:cxnSpLocks/>
              <a:endCxn id="125" idx="0"/>
            </p:cNvCxnSpPr>
            <p:nvPr/>
          </p:nvCxnSpPr>
          <p:spPr>
            <a:xfrm>
              <a:off x="2029161" y="4933643"/>
              <a:ext cx="1939510" cy="904693"/>
            </a:xfrm>
            <a:prstGeom prst="bentConnector2">
              <a:avLst/>
            </a:prstGeom>
            <a:noFill/>
            <a:ln w="13084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dge_d512_05_APP_APP_ACCESS_COMMAND_to_HOST_HOST_SERVICE_SERVER" descr="コマンド通信用パイプ&#10;要求／同期応答" title="コマンド通信用パイプ&#10;要求／同期応答">
              <a:extLst>
                <a:ext uri="{FF2B5EF4-FFF2-40B4-BE49-F238E27FC236}">
                  <a16:creationId xmlns:a16="http://schemas.microsoft.com/office/drawing/2014/main" id="{15B2876B-1C33-D257-0A1E-83DF0F9A37C8}"/>
                </a:ext>
              </a:extLst>
            </p:cNvPr>
            <p:cNvCxnSpPr>
              <a:cxnSpLocks/>
              <a:stCxn id="127" idx="3"/>
              <a:endCxn id="126" idx="1"/>
            </p:cNvCxnSpPr>
            <p:nvPr/>
          </p:nvCxnSpPr>
          <p:spPr>
            <a:xfrm flipV="1">
              <a:off x="1912099" y="6380593"/>
              <a:ext cx="1645986" cy="0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edge_d512_07_HOST_HOST_EXEC_MANAGER_to_HOST_HOST_ADAPTER_ADAPTER">
              <a:extLst>
                <a:ext uri="{FF2B5EF4-FFF2-40B4-BE49-F238E27FC236}">
                  <a16:creationId xmlns:a16="http://schemas.microsoft.com/office/drawing/2014/main" id="{1A0897A1-5260-E92F-F795-C1A7CC9F41FF}"/>
                </a:ext>
              </a:extLst>
            </p:cNvPr>
            <p:cNvCxnSpPr>
              <a:cxnSpLocks/>
              <a:endCxn id="124" idx="0"/>
            </p:cNvCxnSpPr>
            <p:nvPr/>
          </p:nvCxnSpPr>
          <p:spPr>
            <a:xfrm>
              <a:off x="3981293" y="8595539"/>
              <a:ext cx="16870" cy="613311"/>
            </a:xfrm>
            <a:prstGeom prst="straightConnector1">
              <a:avLst/>
            </a:prstGeom>
            <a:noFill/>
            <a:ln w="13084" cap="flat" cmpd="sng" algn="ctr">
              <a:solidFill>
                <a:srgbClr val="7030A0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edge_d512_08_HOST_HOST_SERVICE_SERVER_to_HOST_HOST_EXEC_ORDER">
              <a:extLst>
                <a:ext uri="{FF2B5EF4-FFF2-40B4-BE49-F238E27FC236}">
                  <a16:creationId xmlns:a16="http://schemas.microsoft.com/office/drawing/2014/main" id="{1D92D190-C8A4-4D2E-53F5-1C7984E5E426}"/>
                </a:ext>
              </a:extLst>
            </p:cNvPr>
            <p:cNvCxnSpPr>
              <a:cxnSpLocks/>
              <a:stCxn id="126" idx="2"/>
              <a:endCxn id="121" idx="0"/>
            </p:cNvCxnSpPr>
            <p:nvPr/>
          </p:nvCxnSpPr>
          <p:spPr>
            <a:xfrm flipH="1">
              <a:off x="3961190" y="6466136"/>
              <a:ext cx="7956" cy="867871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edge_d512_09_HOST_HOST_EXEC_MANAGER_to_HOST_HOST_SERVICE_EVENT" descr="デバイス処理結果" title="デバイス処理結果">
              <a:extLst>
                <a:ext uri="{FF2B5EF4-FFF2-40B4-BE49-F238E27FC236}">
                  <a16:creationId xmlns:a16="http://schemas.microsoft.com/office/drawing/2014/main" id="{281933D5-5644-F522-1455-917DFD607C0F}"/>
                </a:ext>
              </a:extLst>
            </p:cNvPr>
            <p:cNvCxnSpPr>
              <a:cxnSpLocks/>
              <a:stCxn id="129" idx="3"/>
              <a:endCxn id="128" idx="3"/>
            </p:cNvCxnSpPr>
            <p:nvPr/>
          </p:nvCxnSpPr>
          <p:spPr>
            <a:xfrm flipV="1">
              <a:off x="4375747" y="6692361"/>
              <a:ext cx="486569" cy="1817516"/>
            </a:xfrm>
            <a:prstGeom prst="bentConnector3">
              <a:avLst>
                <a:gd name="adj1" fmla="val 144844"/>
              </a:avLst>
            </a:prstGeom>
            <a:noFill/>
            <a:ln w="13084" cap="flat" cmpd="sng" algn="ctr">
              <a:solidFill>
                <a:srgbClr val="C6591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edge_d512_10_HOST_HOST_EXEC_HOST_SETTING_to_HOST_HOST_EXEC_MANAGER">
              <a:extLst>
                <a:ext uri="{FF2B5EF4-FFF2-40B4-BE49-F238E27FC236}">
                  <a16:creationId xmlns:a16="http://schemas.microsoft.com/office/drawing/2014/main" id="{DEC49817-4041-2D3E-F661-8A9B08330A8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372305" y="8316012"/>
              <a:ext cx="280649" cy="97694"/>
            </a:xfrm>
            <a:prstGeom prst="curved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F7F7F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edge_d512_11_HOST_HOST_EXEC_ORDER_to_HOST_HOST_EXEC_CONTROL">
              <a:extLst>
                <a:ext uri="{FF2B5EF4-FFF2-40B4-BE49-F238E27FC236}">
                  <a16:creationId xmlns:a16="http://schemas.microsoft.com/office/drawing/2014/main" id="{B906A755-7308-5D6B-D6C9-9FA25C11C149}"/>
                </a:ext>
              </a:extLst>
            </p:cNvPr>
            <p:cNvCxnSpPr>
              <a:cxnSpLocks/>
              <a:stCxn id="121" idx="2"/>
              <a:endCxn id="118" idx="0"/>
            </p:cNvCxnSpPr>
            <p:nvPr/>
          </p:nvCxnSpPr>
          <p:spPr>
            <a:xfrm>
              <a:off x="3961190" y="7513982"/>
              <a:ext cx="9010" cy="254312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edge_d512_12_HOST_HOST_EXEC_CONTROL_to_HOST_HOST_EXEC_MANAGER">
              <a:extLst>
                <a:ext uri="{FF2B5EF4-FFF2-40B4-BE49-F238E27FC236}">
                  <a16:creationId xmlns:a16="http://schemas.microsoft.com/office/drawing/2014/main" id="{34A51148-B862-D00A-A6D3-5E28E8B0C8D3}"/>
                </a:ext>
              </a:extLst>
            </p:cNvPr>
            <p:cNvCxnSpPr>
              <a:cxnSpLocks/>
            </p:cNvCxnSpPr>
            <p:nvPr/>
          </p:nvCxnSpPr>
          <p:spPr>
            <a:xfrm>
              <a:off x="3997352" y="7957677"/>
              <a:ext cx="1962" cy="459987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edge_d512_13_HOST_HOST_SERVICE_RUNTIME_to_HOST_HOST_SERVICE_SERVER">
              <a:extLst>
                <a:ext uri="{FF2B5EF4-FFF2-40B4-BE49-F238E27FC236}">
                  <a16:creationId xmlns:a16="http://schemas.microsoft.com/office/drawing/2014/main" id="{80AC13D6-6E03-5AF1-D769-F603F1D64DF1}"/>
                </a:ext>
              </a:extLst>
            </p:cNvPr>
            <p:cNvCxnSpPr>
              <a:cxnSpLocks/>
              <a:stCxn id="125" idx="2"/>
              <a:endCxn id="126" idx="0"/>
            </p:cNvCxnSpPr>
            <p:nvPr/>
          </p:nvCxnSpPr>
          <p:spPr>
            <a:xfrm rot="16200000" flipH="1">
              <a:off x="3859036" y="6173432"/>
              <a:ext cx="219743" cy="475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edge_d512_14_APP_APP_COORD_BUSINESS_to_APP_APP_ACCESS_SELECT">
              <a:extLst>
                <a:ext uri="{FF2B5EF4-FFF2-40B4-BE49-F238E27FC236}">
                  <a16:creationId xmlns:a16="http://schemas.microsoft.com/office/drawing/2014/main" id="{EEA684FA-7052-61F3-B70A-954BEC3EDBFC}"/>
                </a:ext>
              </a:extLst>
            </p:cNvPr>
            <p:cNvCxnSpPr>
              <a:cxnSpLocks/>
              <a:stCxn id="175" idx="1"/>
              <a:endCxn id="122" idx="1"/>
            </p:cNvCxnSpPr>
            <p:nvPr/>
          </p:nvCxnSpPr>
          <p:spPr>
            <a:xfrm rot="10800000" flipV="1">
              <a:off x="989194" y="4091653"/>
              <a:ext cx="11146" cy="1953083"/>
            </a:xfrm>
            <a:prstGeom prst="bentConnector3">
              <a:avLst>
                <a:gd name="adj1" fmla="val 3619038"/>
              </a:avLst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edge_d512_15_APP_APP_ACCESS_RESULT_to_APP_APP_COORD_BUSINESS">
              <a:extLst>
                <a:ext uri="{FF2B5EF4-FFF2-40B4-BE49-F238E27FC236}">
                  <a16:creationId xmlns:a16="http://schemas.microsoft.com/office/drawing/2014/main" id="{02DF7D85-1E88-D9F0-F0EF-BCBB5FEE5DD8}"/>
                </a:ext>
              </a:extLst>
            </p:cNvPr>
            <p:cNvCxnSpPr>
              <a:cxnSpLocks/>
              <a:stCxn id="123" idx="3"/>
              <a:endCxn id="174" idx="3"/>
            </p:cNvCxnSpPr>
            <p:nvPr/>
          </p:nvCxnSpPr>
          <p:spPr>
            <a:xfrm flipV="1">
              <a:off x="2064198" y="4092090"/>
              <a:ext cx="10175" cy="2878443"/>
            </a:xfrm>
            <a:prstGeom prst="bentConnector3">
              <a:avLst>
                <a:gd name="adj1" fmla="val 3365714"/>
              </a:avLst>
            </a:prstGeom>
            <a:noFill/>
            <a:ln w="13084" cap="flat" cmpd="sng" algn="ctr">
              <a:solidFill>
                <a:srgbClr val="1F4E79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edge_d512_16_APP_APP_ACCESS_APP_SETTING_to_APP_APP_ACCESS_SELECT">
              <a:extLst>
                <a:ext uri="{FF2B5EF4-FFF2-40B4-BE49-F238E27FC236}">
                  <a16:creationId xmlns:a16="http://schemas.microsoft.com/office/drawing/2014/main" id="{4C58630C-35B9-394C-C85C-8E93C5A4C63F}"/>
                </a:ext>
              </a:extLst>
            </p:cNvPr>
            <p:cNvCxnSpPr>
              <a:cxnSpLocks/>
              <a:stCxn id="176" idx="2"/>
              <a:endCxn id="122" idx="0"/>
            </p:cNvCxnSpPr>
            <p:nvPr/>
          </p:nvCxnSpPr>
          <p:spPr>
            <a:xfrm rot="16200000" flipH="1">
              <a:off x="1245626" y="5670881"/>
              <a:ext cx="169999" cy="385791"/>
            </a:xfrm>
            <a:prstGeom prst="curved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F7F7F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edge_d512_17_APP_APP_ACCESS_SELECT_to_APP_APP_ACCESS_COMMAND">
              <a:extLst>
                <a:ext uri="{FF2B5EF4-FFF2-40B4-BE49-F238E27FC236}">
                  <a16:creationId xmlns:a16="http://schemas.microsoft.com/office/drawing/2014/main" id="{EA8C20DE-C491-35EA-E944-59153E1BC7B8}"/>
                </a:ext>
              </a:extLst>
            </p:cNvPr>
            <p:cNvCxnSpPr>
              <a:cxnSpLocks/>
              <a:stCxn id="122" idx="2"/>
              <a:endCxn id="127" idx="0"/>
            </p:cNvCxnSpPr>
            <p:nvPr/>
          </p:nvCxnSpPr>
          <p:spPr>
            <a:xfrm>
              <a:off x="1523521" y="6134346"/>
              <a:ext cx="1" cy="151693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dge_d512_18_APP_APP_ACCESS_COMMAND_to_APP_APP_ACCESS_RESULT">
              <a:extLst>
                <a:ext uri="{FF2B5EF4-FFF2-40B4-BE49-F238E27FC236}">
                  <a16:creationId xmlns:a16="http://schemas.microsoft.com/office/drawing/2014/main" id="{487622D3-5FED-6B7A-BAA5-5C657664EC8E}"/>
                </a:ext>
              </a:extLst>
            </p:cNvPr>
            <p:cNvCxnSpPr>
              <a:cxnSpLocks/>
              <a:stCxn id="127" idx="2"/>
              <a:endCxn id="123" idx="0"/>
            </p:cNvCxnSpPr>
            <p:nvPr/>
          </p:nvCxnSpPr>
          <p:spPr>
            <a:xfrm flipH="1">
              <a:off x="1521558" y="6472798"/>
              <a:ext cx="1964" cy="431802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dge_d512_19_APP_APP_COORD_LIFECYCLE_to_APP_APP_COORD_PROCESS">
              <a:extLst>
                <a:ext uri="{FF2B5EF4-FFF2-40B4-BE49-F238E27FC236}">
                  <a16:creationId xmlns:a16="http://schemas.microsoft.com/office/drawing/2014/main" id="{BD3107D8-0658-D9BC-75FC-7F375F8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1523522" y="4549445"/>
              <a:ext cx="4445" cy="171368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グループ化 147">
              <a:extLst>
                <a:ext uri="{FF2B5EF4-FFF2-40B4-BE49-F238E27FC236}">
                  <a16:creationId xmlns:a16="http://schemas.microsoft.com/office/drawing/2014/main" id="{343079D0-543B-970E-A86B-9AFD2394D8E6}"/>
                </a:ext>
              </a:extLst>
            </p:cNvPr>
            <p:cNvGrpSpPr/>
            <p:nvPr/>
          </p:nvGrpSpPr>
          <p:grpSpPr>
            <a:xfrm>
              <a:off x="5728373" y="5498845"/>
              <a:ext cx="1547555" cy="1016144"/>
              <a:chOff x="5474969" y="5242065"/>
              <a:chExt cx="2528047" cy="1990358"/>
            </a:xfrm>
          </p:grpSpPr>
          <p:sp>
            <p:nvSpPr>
              <p:cNvPr id="184" name="shape_d512_DEVICE_CASH" title="① 釣銭機（RT-300）">
                <a:extLst>
                  <a:ext uri="{FF2B5EF4-FFF2-40B4-BE49-F238E27FC236}">
                    <a16:creationId xmlns:a16="http://schemas.microsoft.com/office/drawing/2014/main" id="{BBE465A3-CD95-0923-868A-E701B9AD1D11}"/>
                  </a:ext>
                </a:extLst>
              </p:cNvPr>
              <p:cNvSpPr/>
              <p:nvPr/>
            </p:nvSpPr>
            <p:spPr>
              <a:xfrm>
                <a:off x="5474969" y="5242065"/>
                <a:ext cx="2528047" cy="1990358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9252" tIns="19626" rIns="39252" bIns="19626" rtlCol="0" anchor="t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463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3.1 自動釣銭機（</a:t>
                </a:r>
                <a:r>
                  <a:rPr kumimoji="0" lang="en-US" altLang="ja-JP" sz="463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GLORY RT-300</a:t>
                </a:r>
                <a:r>
                  <a:rPr kumimoji="0" lang="ja-JP" altLang="en-US" sz="463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／</a:t>
                </a:r>
                <a:r>
                  <a:rPr kumimoji="0" lang="en-US" altLang="ja-JP" sz="463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RAD-300</a:t>
                </a:r>
                <a:r>
                  <a:rPr kumimoji="0" lang="ja-JP" altLang="en-US" sz="463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）</a:t>
                </a:r>
              </a:p>
            </p:txBody>
          </p:sp>
          <p:pic>
            <p:nvPicPr>
              <p:cNvPr id="185" name="図 184" descr="新型つり銭機「RT-300」「RAD-300」、包装硬貨管理機「WD-300」を開発 | グローリー株式会社">
                <a:extLst>
                  <a:ext uri="{FF2B5EF4-FFF2-40B4-BE49-F238E27FC236}">
                    <a16:creationId xmlns:a16="http://schemas.microsoft.com/office/drawing/2014/main" id="{7D6D6939-E0CB-F16F-ACAF-EC1B7495F8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63395" y="5966705"/>
                <a:ext cx="1644541" cy="11458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49" name="グループ化 148">
              <a:extLst>
                <a:ext uri="{FF2B5EF4-FFF2-40B4-BE49-F238E27FC236}">
                  <a16:creationId xmlns:a16="http://schemas.microsoft.com/office/drawing/2014/main" id="{80ACEEE1-30E6-9C5B-37B1-85DC6796EB4A}"/>
                </a:ext>
              </a:extLst>
            </p:cNvPr>
            <p:cNvGrpSpPr/>
            <p:nvPr/>
          </p:nvGrpSpPr>
          <p:grpSpPr>
            <a:xfrm>
              <a:off x="5785780" y="6579009"/>
              <a:ext cx="1505158" cy="911583"/>
              <a:chOff x="5532376" y="6322229"/>
              <a:chExt cx="2445741" cy="1786219"/>
            </a:xfrm>
          </p:grpSpPr>
          <p:sp>
            <p:nvSpPr>
              <p:cNvPr id="182" name="shape_d512_DEVICE_DRAWER" title="② キャッシュドロア（SHARP）">
                <a:extLst>
                  <a:ext uri="{FF2B5EF4-FFF2-40B4-BE49-F238E27FC236}">
                    <a16:creationId xmlns:a16="http://schemas.microsoft.com/office/drawing/2014/main" id="{5D022E42-2E49-A210-53EC-B5B17621D739}"/>
                  </a:ext>
                </a:extLst>
              </p:cNvPr>
              <p:cNvSpPr/>
              <p:nvPr/>
            </p:nvSpPr>
            <p:spPr>
              <a:xfrm>
                <a:off x="5532376" y="6322229"/>
                <a:ext cx="2445741" cy="1786219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9252" tIns="19626" rIns="39252" bIns="19626" rtlCol="0" anchor="t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463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3.2 ドロア（SHARP UP-J36DW3）</a:t>
                </a:r>
              </a:p>
            </p:txBody>
          </p:sp>
          <p:pic>
            <p:nvPicPr>
              <p:cNvPr id="183" name="図 182" descr="DSCA-PO 3B/6C 手動開閉式キャッシュドロアー DSCA-PO クローバー電子 25911753">
                <a:extLst>
                  <a:ext uri="{FF2B5EF4-FFF2-40B4-BE49-F238E27FC236}">
                    <a16:creationId xmlns:a16="http://schemas.microsoft.com/office/drawing/2014/main" id="{AC02EDCD-4DE2-50D0-1A95-4483BF0DE5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1847" y="6941704"/>
                <a:ext cx="1133698" cy="11381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0" name="グループ化 149">
              <a:extLst>
                <a:ext uri="{FF2B5EF4-FFF2-40B4-BE49-F238E27FC236}">
                  <a16:creationId xmlns:a16="http://schemas.microsoft.com/office/drawing/2014/main" id="{2FC63BE7-E46D-7848-4919-91970DFED596}"/>
                </a:ext>
              </a:extLst>
            </p:cNvPr>
            <p:cNvGrpSpPr/>
            <p:nvPr/>
          </p:nvGrpSpPr>
          <p:grpSpPr>
            <a:xfrm>
              <a:off x="5775563" y="7521878"/>
              <a:ext cx="1498058" cy="951716"/>
              <a:chOff x="5522159" y="7265098"/>
              <a:chExt cx="2438120" cy="1866900"/>
            </a:xfrm>
          </p:grpSpPr>
          <p:sp>
            <p:nvSpPr>
              <p:cNvPr id="180" name="shape_d512_DEVICE_DISPLAY" title="③ カスタマーディスプレイ（SHARP）">
                <a:extLst>
                  <a:ext uri="{FF2B5EF4-FFF2-40B4-BE49-F238E27FC236}">
                    <a16:creationId xmlns:a16="http://schemas.microsoft.com/office/drawing/2014/main" id="{A98F850A-12D9-850C-5D7D-A09EDC83E856}"/>
                  </a:ext>
                </a:extLst>
              </p:cNvPr>
              <p:cNvSpPr/>
              <p:nvPr/>
            </p:nvSpPr>
            <p:spPr>
              <a:xfrm>
                <a:off x="5522159" y="7265098"/>
                <a:ext cx="2438120" cy="1866900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9252" tIns="19626" rIns="39252" bIns="19626" rtlCol="0" anchor="t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463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3.3 カスタマディスプレイ（SHARP RZ-4DP1）</a:t>
                </a:r>
              </a:p>
            </p:txBody>
          </p:sp>
          <p:pic>
            <p:nvPicPr>
              <p:cNvPr id="181" name="図 180" descr="POSターミナル&lt;RZ-A476S/RZ-A396S&gt;：ニュースリリース画像ダウンロードサービス：シャープ">
                <a:extLst>
                  <a:ext uri="{FF2B5EF4-FFF2-40B4-BE49-F238E27FC236}">
                    <a16:creationId xmlns:a16="http://schemas.microsoft.com/office/drawing/2014/main" id="{E215A2AD-DE5B-9456-A8BE-07EA6567AC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9420" y="7881503"/>
                <a:ext cx="1638056" cy="10911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1" name="AutoShape 5" descr="Json File Document Icon Download SVG Vectors and Icons - SVG ...">
              <a:extLst>
                <a:ext uri="{FF2B5EF4-FFF2-40B4-BE49-F238E27FC236}">
                  <a16:creationId xmlns:a16="http://schemas.microsoft.com/office/drawing/2014/main" id="{66C4166B-6E7F-F4E6-36C4-D4E1223F3E7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19414" y="3093246"/>
              <a:ext cx="160181" cy="159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152" name="AutoShape 6" descr="Json File Document Icon Download SVG Vectors and Icons - SVG ...">
              <a:extLst>
                <a:ext uri="{FF2B5EF4-FFF2-40B4-BE49-F238E27FC236}">
                  <a16:creationId xmlns:a16="http://schemas.microsoft.com/office/drawing/2014/main" id="{96B792E1-A3C5-C91C-CFE6-7C0E1FA6D8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873632" y="5693122"/>
              <a:ext cx="160181" cy="156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grpSp>
          <p:nvGrpSpPr>
            <p:cNvPr id="153" name="グループ化 152">
              <a:extLst>
                <a:ext uri="{FF2B5EF4-FFF2-40B4-BE49-F238E27FC236}">
                  <a16:creationId xmlns:a16="http://schemas.microsoft.com/office/drawing/2014/main" id="{5FE38E78-691C-66A5-43B1-A3DE4A8BEDEC}"/>
                </a:ext>
              </a:extLst>
            </p:cNvPr>
            <p:cNvGrpSpPr/>
            <p:nvPr/>
          </p:nvGrpSpPr>
          <p:grpSpPr>
            <a:xfrm>
              <a:off x="2949866" y="7962279"/>
              <a:ext cx="1019403" cy="180103"/>
              <a:chOff x="2696462" y="7705499"/>
              <a:chExt cx="1879405" cy="428038"/>
            </a:xfrm>
          </p:grpSpPr>
          <p:sp>
            <p:nvSpPr>
              <p:cNvPr id="178" name="shape_d512_HOST_HOST_EXEC_HOST_SETTING" title="デバイスコネクタ側設定">
                <a:extLst>
                  <a:ext uri="{FF2B5EF4-FFF2-40B4-BE49-F238E27FC236}">
                    <a16:creationId xmlns:a16="http://schemas.microsoft.com/office/drawing/2014/main" id="{A725A9AA-AA96-490C-D5AB-F0F6744008FA}"/>
                  </a:ext>
                </a:extLst>
              </p:cNvPr>
              <p:cNvSpPr/>
              <p:nvPr/>
            </p:nvSpPr>
            <p:spPr>
              <a:xfrm>
                <a:off x="2702958" y="7705499"/>
                <a:ext cx="1872909" cy="428038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9252" tIns="19626" rIns="39252" bIns="19626" rtlCol="0" anchor="ctr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kumimoji="0" lang="ja-JP" altLang="en-US" sz="412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2.2.</a:t>
                </a:r>
                <a:r>
                  <a:rPr kumimoji="0" lang="en-US" altLang="ja-JP" sz="412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4 </a:t>
                </a:r>
                <a:r>
                  <a:rPr kumimoji="0" lang="ja-JP" altLang="en-US" sz="412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デバイスコネクタ側設定</a:t>
                </a:r>
              </a:p>
            </p:txBody>
          </p:sp>
          <p:pic>
            <p:nvPicPr>
              <p:cNvPr id="179" name="図 178" descr="Json file - Free ui icons">
                <a:extLst>
                  <a:ext uri="{FF2B5EF4-FFF2-40B4-BE49-F238E27FC236}">
                    <a16:creationId xmlns:a16="http://schemas.microsoft.com/office/drawing/2014/main" id="{E26EEFCB-2BE4-A42C-AF92-2D296C9ABC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6462" y="7730780"/>
                <a:ext cx="383957" cy="3810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4" name="グループ化 153">
              <a:extLst>
                <a:ext uri="{FF2B5EF4-FFF2-40B4-BE49-F238E27FC236}">
                  <a16:creationId xmlns:a16="http://schemas.microsoft.com/office/drawing/2014/main" id="{ABD4FCF6-C914-330E-3C0F-0F9212AFD7AF}"/>
                </a:ext>
              </a:extLst>
            </p:cNvPr>
            <p:cNvGrpSpPr/>
            <p:nvPr/>
          </p:nvGrpSpPr>
          <p:grpSpPr>
            <a:xfrm>
              <a:off x="717036" y="5531211"/>
              <a:ext cx="829480" cy="176129"/>
              <a:chOff x="463632" y="5274431"/>
              <a:chExt cx="1542785" cy="439456"/>
            </a:xfrm>
          </p:grpSpPr>
          <p:sp>
            <p:nvSpPr>
              <p:cNvPr id="176" name="shape_d512_APP_APP_ACCESS_APP_SETTING" title="アプリ側設定">
                <a:extLst>
                  <a:ext uri="{FF2B5EF4-FFF2-40B4-BE49-F238E27FC236}">
                    <a16:creationId xmlns:a16="http://schemas.microsoft.com/office/drawing/2014/main" id="{D1D3C8B5-2E36-90BC-6FE1-442418D1F30C}"/>
                  </a:ext>
                </a:extLst>
              </p:cNvPr>
              <p:cNvSpPr/>
              <p:nvPr/>
            </p:nvSpPr>
            <p:spPr>
              <a:xfrm>
                <a:off x="463632" y="5274431"/>
                <a:ext cx="1542785" cy="439456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9252" tIns="19626" rIns="39252" bIns="19626" rtlCol="0" anchor="ctr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kumimoji="0" lang="ja-JP" altLang="en-US" sz="412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1.2.</a:t>
                </a:r>
                <a:r>
                  <a:rPr kumimoji="0" lang="en-US" altLang="ja-JP" sz="412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4 </a:t>
                </a:r>
                <a:r>
                  <a:rPr kumimoji="0" lang="ja-JP" altLang="en-US" sz="412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アプリ側設定</a:t>
                </a:r>
              </a:p>
            </p:txBody>
          </p:sp>
          <p:pic>
            <p:nvPicPr>
              <p:cNvPr id="177" name="図 176" descr="Json file - Free ui icons">
                <a:extLst>
                  <a:ext uri="{FF2B5EF4-FFF2-40B4-BE49-F238E27FC236}">
                    <a16:creationId xmlns:a16="http://schemas.microsoft.com/office/drawing/2014/main" id="{DCEBAFDD-8850-403E-2D2E-F3C34BE19F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2859" y="5306556"/>
                <a:ext cx="391577" cy="3791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5" name="shape_comment_d512_HOST_HOST_EXEC_ORDER">
              <a:extLst>
                <a:ext uri="{FF2B5EF4-FFF2-40B4-BE49-F238E27FC236}">
                  <a16:creationId xmlns:a16="http://schemas.microsoft.com/office/drawing/2014/main" id="{1F180C00-94A1-4A08-C50B-1428626D623B}"/>
                </a:ext>
              </a:extLst>
            </p:cNvPr>
            <p:cNvSpPr/>
            <p:nvPr/>
          </p:nvSpPr>
          <p:spPr>
            <a:xfrm>
              <a:off x="4380885" y="5890436"/>
              <a:ext cx="1110144" cy="496718"/>
            </a:xfrm>
            <a:prstGeom prst="wedgeRoundRectCallout">
              <a:avLst>
                <a:gd name="adj1" fmla="val -30654"/>
                <a:gd name="adj2" fmla="val 91768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084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5794" tIns="26168" rIns="45794" bIns="26168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412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デバイス処理結果は同期応答とは別経路で配信し、アプリの購読処理へ通知します。</a:t>
              </a:r>
            </a:p>
          </p:txBody>
        </p:sp>
        <p:sp>
          <p:nvSpPr>
            <p:cNvPr id="156" name="edge_label_d512_05_APP_APP_ACCESS_COMMAND_to_HOST_HOST_SERVICE_SERVER">
              <a:extLst>
                <a:ext uri="{FF2B5EF4-FFF2-40B4-BE49-F238E27FC236}">
                  <a16:creationId xmlns:a16="http://schemas.microsoft.com/office/drawing/2014/main" id="{4A0D70EB-1185-DD3B-7890-EB7DADB355C2}"/>
                </a:ext>
              </a:extLst>
            </p:cNvPr>
            <p:cNvSpPr txBox="1"/>
            <p:nvPr/>
          </p:nvSpPr>
          <p:spPr>
            <a:xfrm>
              <a:off x="2933064" y="6283851"/>
              <a:ext cx="552547" cy="184372"/>
            </a:xfrm>
            <a:prstGeom prst="rect">
              <a:avLst/>
            </a:prstGeom>
            <a:solidFill>
              <a:srgbClr val="FFFFFF"/>
            </a:solidFill>
            <a:ln w="13084">
              <a:solidFill>
                <a:srgbClr val="1F4E79"/>
              </a:solidFill>
            </a:ln>
          </p:spPr>
          <p:txBody>
            <a:bodyPr vert="horz" wrap="square" lIns="32710" tIns="13084" rIns="32710" bIns="1308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3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コマンド通信用パイプ
要求／同期応答</a:t>
              </a:r>
            </a:p>
          </p:txBody>
        </p:sp>
        <p:grpSp>
          <p:nvGrpSpPr>
            <p:cNvPr id="157" name="グループ化 156">
              <a:extLst>
                <a:ext uri="{FF2B5EF4-FFF2-40B4-BE49-F238E27FC236}">
                  <a16:creationId xmlns:a16="http://schemas.microsoft.com/office/drawing/2014/main" id="{20B1198B-2977-EBFA-B898-D3D79F698D4D}"/>
                </a:ext>
              </a:extLst>
            </p:cNvPr>
            <p:cNvGrpSpPr/>
            <p:nvPr/>
          </p:nvGrpSpPr>
          <p:grpSpPr>
            <a:xfrm>
              <a:off x="987815" y="3935052"/>
              <a:ext cx="1082192" cy="187870"/>
              <a:chOff x="734411" y="3678272"/>
              <a:chExt cx="1712259" cy="362606"/>
            </a:xfrm>
          </p:grpSpPr>
          <p:sp>
            <p:nvSpPr>
              <p:cNvPr id="174" name="shape_d512_APP_APP_COORD_BUSINESS" title="①-1 画面・業務処理">
                <a:extLst>
                  <a:ext uri="{FF2B5EF4-FFF2-40B4-BE49-F238E27FC236}">
                    <a16:creationId xmlns:a16="http://schemas.microsoft.com/office/drawing/2014/main" id="{2F9918C8-8491-7307-E04C-D6998414BAE8}"/>
                  </a:ext>
                </a:extLst>
              </p:cNvPr>
              <p:cNvSpPr/>
              <p:nvPr/>
            </p:nvSpPr>
            <p:spPr>
              <a:xfrm>
                <a:off x="734411" y="3678272"/>
                <a:ext cx="1712259" cy="362606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9252" tIns="19626" rIns="39252" bIns="19626" rtlCol="0" anchor="ctr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515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1.1.</a:t>
                </a:r>
                <a:r>
                  <a:rPr kumimoji="0" lang="en-US" altLang="ja-JP" sz="515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1 </a:t>
                </a:r>
                <a:r>
                  <a:rPr kumimoji="0" lang="ja-JP" altLang="en-US" sz="515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画面・業務処理</a:t>
                </a:r>
              </a:p>
            </p:txBody>
          </p:sp>
          <p:pic>
            <p:nvPicPr>
              <p:cNvPr id="175" name="図 174" descr="Actor | UML Use Case">
                <a:extLst>
                  <a:ext uri="{FF2B5EF4-FFF2-40B4-BE49-F238E27FC236}">
                    <a16:creationId xmlns:a16="http://schemas.microsoft.com/office/drawing/2014/main" id="{3FA313EF-90BA-2E43-53DE-B8602273FB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342" y="3726299"/>
                <a:ext cx="259977" cy="2648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8" name="edge_label_d512_04_APP_APP_COORD_PROCESS_to_HOST_HOST_SERVICE_RUNTIME">
              <a:extLst>
                <a:ext uri="{FF2B5EF4-FFF2-40B4-BE49-F238E27FC236}">
                  <a16:creationId xmlns:a16="http://schemas.microsoft.com/office/drawing/2014/main" id="{142A79A2-0025-86D8-91CD-0DA2091B232D}"/>
                </a:ext>
              </a:extLst>
            </p:cNvPr>
            <p:cNvSpPr txBox="1"/>
            <p:nvPr/>
          </p:nvSpPr>
          <p:spPr>
            <a:xfrm>
              <a:off x="3330627" y="4845454"/>
              <a:ext cx="554576" cy="149986"/>
            </a:xfrm>
            <a:prstGeom prst="rect">
              <a:avLst/>
            </a:prstGeom>
            <a:solidFill>
              <a:srgbClr val="FFFFFF"/>
            </a:solidFill>
            <a:ln w="13084">
              <a:solidFill>
                <a:srgbClr val="1F4E79"/>
              </a:solidFill>
            </a:ln>
          </p:spPr>
          <p:txBody>
            <a:bodyPr vert="horz" wrap="square" lIns="32710" tIns="13084" rIns="32710" bIns="1308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en-US" altLang="ja-JP" sz="463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OS</a:t>
              </a:r>
              <a:r>
                <a:rPr kumimoji="0" lang="ja-JP" altLang="en-US" sz="463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プロセス制御</a:t>
              </a:r>
            </a:p>
          </p:txBody>
        </p:sp>
        <p:sp>
          <p:nvSpPr>
            <p:cNvPr id="159" name="edge_label_d512_06_HOST_HOST_SERVICE_EVENT_to_APP_APP_ACCESS_RESULT">
              <a:extLst>
                <a:ext uri="{FF2B5EF4-FFF2-40B4-BE49-F238E27FC236}">
                  <a16:creationId xmlns:a16="http://schemas.microsoft.com/office/drawing/2014/main" id="{77E71629-E26B-C782-32DB-2C4477E960B1}"/>
                </a:ext>
              </a:extLst>
            </p:cNvPr>
            <p:cNvSpPr txBox="1"/>
            <p:nvPr/>
          </p:nvSpPr>
          <p:spPr>
            <a:xfrm>
              <a:off x="1969785" y="5643953"/>
              <a:ext cx="734003" cy="183942"/>
            </a:xfrm>
            <a:prstGeom prst="rect">
              <a:avLst/>
            </a:prstGeom>
            <a:solidFill>
              <a:srgbClr val="FFFFFF"/>
            </a:solidFill>
            <a:ln w="13084">
              <a:solidFill>
                <a:srgbClr val="1F4E79"/>
              </a:solidFill>
            </a:ln>
          </p:spPr>
          <p:txBody>
            <a:bodyPr vert="horz" wrap="square" lIns="32710" tIns="13084" rIns="32710" bIns="1308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ja-JP" sz="566" b="0" i="0" baseline="0"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デバイス処理結果</a:t>
              </a:r>
              <a:endParaRPr lang="ja-JP" altLang="ja-JP" sz="463">
                <a:effectLst/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160" name="グループ化 159">
              <a:extLst>
                <a:ext uri="{FF2B5EF4-FFF2-40B4-BE49-F238E27FC236}">
                  <a16:creationId xmlns:a16="http://schemas.microsoft.com/office/drawing/2014/main" id="{C8FAE033-B051-AC04-0C18-A7CB1A25299D}"/>
                </a:ext>
              </a:extLst>
            </p:cNvPr>
            <p:cNvGrpSpPr/>
            <p:nvPr/>
          </p:nvGrpSpPr>
          <p:grpSpPr>
            <a:xfrm>
              <a:off x="5765317" y="8581316"/>
              <a:ext cx="1507728" cy="1021717"/>
              <a:chOff x="5511913" y="8324536"/>
              <a:chExt cx="2528047" cy="2268071"/>
            </a:xfrm>
          </p:grpSpPr>
          <p:sp>
            <p:nvSpPr>
              <p:cNvPr id="172" name="shape_d512_DEVICE_DISPLAY" title="③ カスタマーディスプレイ（SHARP）">
                <a:extLst>
                  <a:ext uri="{FF2B5EF4-FFF2-40B4-BE49-F238E27FC236}">
                    <a16:creationId xmlns:a16="http://schemas.microsoft.com/office/drawing/2014/main" id="{12E66C84-CC66-ED27-22E0-EBE74046CE69}"/>
                  </a:ext>
                </a:extLst>
              </p:cNvPr>
              <p:cNvSpPr/>
              <p:nvPr/>
            </p:nvSpPr>
            <p:spPr>
              <a:xfrm>
                <a:off x="5511913" y="8324536"/>
                <a:ext cx="2528047" cy="2268071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9252" tIns="19626" rIns="39252" bIns="19626" rtlCol="0" anchor="t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463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3.4 決済端末（</a:t>
                </a:r>
                <a:r>
                  <a:rPr kumimoji="0" lang="en-US" altLang="ja-JP" sz="463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CAFIS Arch Saturn</a:t>
                </a:r>
                <a:r>
                  <a:rPr kumimoji="0" lang="ja-JP" altLang="en-US" sz="463" b="1" i="0" u="none" strike="noStrike" kern="0" cap="none" spc="0" normalizeH="0" baseline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Meiryo UI"/>
                    <a:ea typeface="Meiryo UI"/>
                  </a:rPr>
                  <a:t>）</a:t>
                </a:r>
              </a:p>
            </p:txBody>
          </p:sp>
          <p:pic>
            <p:nvPicPr>
              <p:cNvPr id="173" name="図 172" descr="CAFISArch Saturn 1000 E | 日本決済情報センター">
                <a:extLst>
                  <a:ext uri="{FF2B5EF4-FFF2-40B4-BE49-F238E27FC236}">
                    <a16:creationId xmlns:a16="http://schemas.microsoft.com/office/drawing/2014/main" id="{495DC4BB-6E8B-A100-AFA1-5BACE4AF68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33255" y="9095500"/>
                <a:ext cx="1676399" cy="1134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61" name="edge_d512_03_DEVICE_DISPLAY_to_HOST_HOST_ADAPTER_ADAPTER" descr="制御／結果" title="制御／結果">
              <a:extLst>
                <a:ext uri="{FF2B5EF4-FFF2-40B4-BE49-F238E27FC236}">
                  <a16:creationId xmlns:a16="http://schemas.microsoft.com/office/drawing/2014/main" id="{FBA57668-BD8B-8682-BFC7-763FDFC43819}"/>
                </a:ext>
              </a:extLst>
            </p:cNvPr>
            <p:cNvCxnSpPr>
              <a:cxnSpLocks/>
              <a:stCxn id="172" idx="1"/>
              <a:endCxn id="124" idx="3"/>
            </p:cNvCxnSpPr>
            <p:nvPr/>
          </p:nvCxnSpPr>
          <p:spPr>
            <a:xfrm rot="10800000" flipV="1">
              <a:off x="4532924" y="9179089"/>
              <a:ext cx="1233584" cy="171777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030A0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edge_d512_06_HOST_HOST_SERVICE_EVENT_to_APP_APP_ACCESS_RESULT" descr="イベント通知用パイプ&#10;非同期イベント" title="イベント通知用パイプ&#10;非同期イベント">
              <a:extLst>
                <a:ext uri="{FF2B5EF4-FFF2-40B4-BE49-F238E27FC236}">
                  <a16:creationId xmlns:a16="http://schemas.microsoft.com/office/drawing/2014/main" id="{14EF4F07-AC7B-D135-D1E0-9F24C638545A}"/>
                </a:ext>
              </a:extLst>
            </p:cNvPr>
            <p:cNvCxnSpPr>
              <a:cxnSpLocks/>
              <a:stCxn id="128" idx="1"/>
              <a:endCxn id="123" idx="2"/>
            </p:cNvCxnSpPr>
            <p:nvPr/>
          </p:nvCxnSpPr>
          <p:spPr>
            <a:xfrm rot="10800000" flipV="1">
              <a:off x="1521559" y="6695536"/>
              <a:ext cx="2526904" cy="339737"/>
            </a:xfrm>
            <a:prstGeom prst="bentConnector4">
              <a:avLst>
                <a:gd name="adj1" fmla="val 39312"/>
                <a:gd name="adj2" fmla="val 167073"/>
              </a:avLst>
            </a:prstGeom>
            <a:noFill/>
            <a:ln w="13084" cap="flat" cmpd="sng" algn="ctr">
              <a:solidFill>
                <a:srgbClr val="C6591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edge_label_d512_06_HOST_HOST_SERVICE_EVENT_to_APP_APP_ACCESS_RESULT">
              <a:extLst>
                <a:ext uri="{FF2B5EF4-FFF2-40B4-BE49-F238E27FC236}">
                  <a16:creationId xmlns:a16="http://schemas.microsoft.com/office/drawing/2014/main" id="{2A8D83E1-2D96-3613-B3E5-6CEA096AB1F2}"/>
                </a:ext>
              </a:extLst>
            </p:cNvPr>
            <p:cNvSpPr txBox="1"/>
            <p:nvPr/>
          </p:nvSpPr>
          <p:spPr>
            <a:xfrm>
              <a:off x="2045252" y="7150421"/>
              <a:ext cx="655361" cy="171672"/>
            </a:xfrm>
            <a:prstGeom prst="rect">
              <a:avLst/>
            </a:prstGeom>
            <a:solidFill>
              <a:srgbClr val="FFFFFF"/>
            </a:solidFill>
            <a:ln w="13084">
              <a:solidFill>
                <a:srgbClr val="1F4E79"/>
              </a:solidFill>
            </a:ln>
          </p:spPr>
          <p:txBody>
            <a:bodyPr vert="horz" wrap="square" lIns="32710" tIns="13084" rIns="32710" bIns="1308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3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イベント通知用パイプ
非同期イベント</a:t>
              </a:r>
            </a:p>
          </p:txBody>
        </p:sp>
        <p:sp>
          <p:nvSpPr>
            <p:cNvPr id="164" name="shape_d512_APP_APP_ACCESS_CONTRACT" title="②-3 結果・イベント連携">
              <a:extLst>
                <a:ext uri="{FF2B5EF4-FFF2-40B4-BE49-F238E27FC236}">
                  <a16:creationId xmlns:a16="http://schemas.microsoft.com/office/drawing/2014/main" id="{71A1E1CC-B109-4DB5-8906-136023029A83}"/>
                </a:ext>
              </a:extLst>
            </p:cNvPr>
            <p:cNvSpPr/>
            <p:nvPr/>
          </p:nvSpPr>
          <p:spPr>
            <a:xfrm>
              <a:off x="453239" y="6563195"/>
              <a:ext cx="935253" cy="254437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1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1.2.5 共通デバイス通信契約　Pos.DeviceContracts</a:t>
              </a:r>
              <a:endParaRPr kumimoji="0" lang="en-US" altLang="ja-JP" sz="418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  <a:p>
              <a:pPr algn="ctr"/>
              <a:r>
                <a:rPr kumimoji="0" lang="ja-JP" altLang="en-US" sz="41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要求・応答・イベント・識別子・既定値</a:t>
              </a:r>
            </a:p>
          </p:txBody>
        </p:sp>
        <p:cxnSp>
          <p:nvCxnSpPr>
            <p:cNvPr id="165" name="edge_d512_command_to_contract_sync">
              <a:extLst>
                <a:ext uri="{FF2B5EF4-FFF2-40B4-BE49-F238E27FC236}">
                  <a16:creationId xmlns:a16="http://schemas.microsoft.com/office/drawing/2014/main" id="{AE02EAC5-78DE-99AD-CBFC-CC18B680DC11}"/>
                </a:ext>
              </a:extLst>
            </p:cNvPr>
            <p:cNvCxnSpPr>
              <a:cxnSpLocks/>
              <a:stCxn id="127" idx="1"/>
              <a:endCxn id="164" idx="0"/>
            </p:cNvCxnSpPr>
            <p:nvPr/>
          </p:nvCxnSpPr>
          <p:spPr>
            <a:xfrm rot="10800000" flipV="1">
              <a:off x="914517" y="6377236"/>
              <a:ext cx="223603" cy="185959"/>
            </a:xfrm>
            <a:prstGeom prst="bentConnector2">
              <a:avLst/>
            </a:prstGeom>
            <a:ln w="9371">
              <a:solidFill>
                <a:srgbClr val="80726B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shape_comment_d512_APP_APP_COORD_PROCESS">
              <a:extLst>
                <a:ext uri="{FF2B5EF4-FFF2-40B4-BE49-F238E27FC236}">
                  <a16:creationId xmlns:a16="http://schemas.microsoft.com/office/drawing/2014/main" id="{C20B8041-203B-17C1-B00C-1FB8C059956D}"/>
                </a:ext>
              </a:extLst>
            </p:cNvPr>
            <p:cNvSpPr/>
            <p:nvPr/>
          </p:nvSpPr>
          <p:spPr>
            <a:xfrm>
              <a:off x="1757333" y="7522719"/>
              <a:ext cx="962268" cy="579875"/>
            </a:xfrm>
            <a:prstGeom prst="wedgeRoundRectCallout">
              <a:avLst>
                <a:gd name="adj1" fmla="val 112579"/>
                <a:gd name="adj2" fmla="val -62051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084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5794" tIns="26168" rIns="45794" bIns="26168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412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同一デバイスへの要求は</a:t>
              </a:r>
            </a:p>
            <a:p>
              <a:pPr algn="l"/>
              <a:r>
                <a:rPr kumimoji="0" lang="ja-JP" altLang="en-US" sz="412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デバイス</a:t>
              </a:r>
              <a:r>
                <a:rPr kumimoji="0" lang="en-US" altLang="ja-JP" sz="412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ID</a:t>
              </a:r>
              <a:r>
                <a:rPr kumimoji="0" lang="ja-JP" altLang="en-US" sz="412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単位で順序制御し、</a:t>
              </a:r>
            </a:p>
            <a:p>
              <a:pPr algn="l"/>
              <a:r>
                <a:rPr kumimoji="0" lang="ja-JP" altLang="en-US" sz="412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並行実行による競合を防止します。</a:t>
              </a:r>
            </a:p>
          </p:txBody>
        </p:sp>
        <p:sp>
          <p:nvSpPr>
            <p:cNvPr id="167" name="shape_comment_d512_HOST_HOST_SERVICE_EVENT">
              <a:extLst>
                <a:ext uri="{FF2B5EF4-FFF2-40B4-BE49-F238E27FC236}">
                  <a16:creationId xmlns:a16="http://schemas.microsoft.com/office/drawing/2014/main" id="{966E1B51-D59F-7410-5141-46C163FB64C8}"/>
                </a:ext>
              </a:extLst>
            </p:cNvPr>
            <p:cNvSpPr/>
            <p:nvPr/>
          </p:nvSpPr>
          <p:spPr>
            <a:xfrm>
              <a:off x="2280645" y="4223865"/>
              <a:ext cx="1040084" cy="573869"/>
            </a:xfrm>
            <a:prstGeom prst="wedgeRoundRectCallout">
              <a:avLst>
                <a:gd name="adj1" fmla="val -74910"/>
                <a:gd name="adj2" fmla="val 42069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084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5794" tIns="26168" rIns="45794" bIns="26168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412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デバイスコネクタはアプリと</a:t>
              </a:r>
            </a:p>
            <a:p>
              <a:pPr algn="l"/>
              <a:r>
                <a:rPr kumimoji="0" lang="ja-JP" altLang="en-US" sz="412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は別プロセスで管理します。</a:t>
              </a:r>
            </a:p>
            <a:p>
              <a:pPr algn="l"/>
              <a:r>
                <a:rPr kumimoji="0" lang="ja-JP" altLang="en-US" sz="412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起動・停止はアプリのライフサイクルに</a:t>
              </a:r>
            </a:p>
            <a:p>
              <a:pPr algn="l"/>
              <a:r>
                <a:rPr kumimoji="0" lang="ja-JP" altLang="en-US" sz="412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合わせて制御します。</a:t>
              </a:r>
            </a:p>
          </p:txBody>
        </p:sp>
        <p:cxnSp>
          <p:nvCxnSpPr>
            <p:cNvPr id="168" name="edge_d512_03_DEVICE_DISPLAY_to_HOST_HOST_ADAPTER_ADAPTER" descr="制御／結果" title="制御／結果">
              <a:extLst>
                <a:ext uri="{FF2B5EF4-FFF2-40B4-BE49-F238E27FC236}">
                  <a16:creationId xmlns:a16="http://schemas.microsoft.com/office/drawing/2014/main" id="{5FACC5C1-1484-E3EF-D958-F8BD07436A98}"/>
                </a:ext>
              </a:extLst>
            </p:cNvPr>
            <p:cNvCxnSpPr>
              <a:cxnSpLocks/>
              <a:stCxn id="169" idx="1"/>
              <a:endCxn id="124" idx="3"/>
            </p:cNvCxnSpPr>
            <p:nvPr/>
          </p:nvCxnSpPr>
          <p:spPr>
            <a:xfrm rot="10800000">
              <a:off x="4532924" y="9350867"/>
              <a:ext cx="1255966" cy="913799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030A0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shape_d512_DEVICE_DISPLAY" title="③ カスタマーディスプレイ（SHARP）">
              <a:extLst>
                <a:ext uri="{FF2B5EF4-FFF2-40B4-BE49-F238E27FC236}">
                  <a16:creationId xmlns:a16="http://schemas.microsoft.com/office/drawing/2014/main" id="{5E39003A-8BFF-32A6-0B26-546D26399216}"/>
                </a:ext>
              </a:extLst>
            </p:cNvPr>
            <p:cNvSpPr/>
            <p:nvPr/>
          </p:nvSpPr>
          <p:spPr>
            <a:xfrm>
              <a:off x="5788890" y="9751426"/>
              <a:ext cx="1498203" cy="1026479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252" tIns="19626" rIns="39252" bIns="19626" rtlCol="0" anchor="t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492" b="1" kern="0">
                  <a:solidFill>
                    <a:srgbClr val="111111"/>
                  </a:solidFill>
                  <a:latin typeface="Meiryo UI"/>
                  <a:ea typeface="Meiryo UI"/>
                </a:rPr>
                <a:t>3.5 レシートプリンター（</a:t>
              </a:r>
              <a:r>
                <a:rPr lang="en-US" altLang="ja-JP" sz="492" b="1" kern="0">
                  <a:solidFill>
                    <a:srgbClr val="111111"/>
                  </a:solidFill>
                  <a:latin typeface="Meiryo UI"/>
                  <a:ea typeface="Meiryo UI"/>
                </a:rPr>
                <a:t>SHARP 80mm</a:t>
              </a:r>
              <a:r>
                <a:rPr lang="ja-JP" altLang="en-US" sz="492" b="1" kern="0">
                  <a:solidFill>
                    <a:srgbClr val="111111"/>
                  </a:solidFill>
                  <a:latin typeface="Meiryo UI"/>
                  <a:ea typeface="Meiryo UI"/>
                </a:rPr>
                <a:t>）</a:t>
              </a:r>
            </a:p>
          </p:txBody>
        </p:sp>
        <p:pic>
          <p:nvPicPr>
            <p:cNvPr id="170" name="Picture 2" descr="EPSON レシートプリンター/80mm・58mm/電源同梱/ホワイト TM302-611W">
              <a:extLst>
                <a:ext uri="{FF2B5EF4-FFF2-40B4-BE49-F238E27FC236}">
                  <a16:creationId xmlns:a16="http://schemas.microsoft.com/office/drawing/2014/main" id="{29C61264-567A-B42E-CBE2-F504312FF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6570" y="9999048"/>
              <a:ext cx="620266" cy="629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1" name="edge_label_d512_02_DEVICE_DRAWER_to_HOST_HOST_ADAPTER_ADAPTER">
              <a:extLst>
                <a:ext uri="{FF2B5EF4-FFF2-40B4-BE49-F238E27FC236}">
                  <a16:creationId xmlns:a16="http://schemas.microsoft.com/office/drawing/2014/main" id="{1A25EA96-20F4-6BC4-C981-2477153466DF}"/>
                </a:ext>
              </a:extLst>
            </p:cNvPr>
            <p:cNvSpPr txBox="1"/>
            <p:nvPr/>
          </p:nvSpPr>
          <p:spPr>
            <a:xfrm>
              <a:off x="5028795" y="9163594"/>
              <a:ext cx="436162" cy="120696"/>
            </a:xfrm>
            <a:prstGeom prst="rect">
              <a:avLst/>
            </a:prstGeom>
            <a:solidFill>
              <a:srgbClr val="FFFFFF"/>
            </a:solidFill>
            <a:ln w="13084">
              <a:solidFill>
                <a:srgbClr val="1F4E79"/>
              </a:solidFill>
            </a:ln>
          </p:spPr>
          <p:txBody>
            <a:bodyPr vert="horz" wrap="square" lIns="32710" tIns="13084" rIns="32710" bIns="1308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3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制御／結果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6965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ImportedDiagram_slide_3">
            <a:extLst>
              <a:ext uri="{FF2B5EF4-FFF2-40B4-BE49-F238E27FC236}">
                <a16:creationId xmlns:a16="http://schemas.microsoft.com/office/drawing/2014/main" id="{31F26D00-46F2-45D6-A318-9FA3CC03DDDC}"/>
              </a:ext>
            </a:extLst>
          </p:cNvPr>
          <p:cNvGrpSpPr>
            <a:grpSpLocks noChangeAspect="1"/>
          </p:cNvGrpSpPr>
          <p:nvPr/>
        </p:nvGrpSpPr>
        <p:grpSpPr>
          <a:xfrm>
            <a:off x="76200" y="2851985"/>
            <a:ext cx="9880600" cy="5446630"/>
            <a:chOff x="0" y="0"/>
            <a:chExt cx="19531150" cy="10653225"/>
          </a:xfrm>
        </p:grpSpPr>
        <p:sp>
          <p:nvSpPr>
            <p:cNvPr id="70" name="frame_0">
              <a:extLst>
                <a:ext uri="{FF2B5EF4-FFF2-40B4-BE49-F238E27FC236}">
                  <a16:creationId xmlns:a16="http://schemas.microsoft.com/office/drawing/2014/main" id="{7C799600-8B58-95DA-007D-6EF0F09E7C19}"/>
                </a:ext>
              </a:extLst>
            </p:cNvPr>
            <p:cNvSpPr/>
            <p:nvPr/>
          </p:nvSpPr>
          <p:spPr>
            <a:xfrm>
              <a:off x="0" y="0"/>
              <a:ext cx="5088011" cy="8521146"/>
            </a:xfrm>
            <a:prstGeom prst="roundRect">
              <a:avLst>
                <a:gd name="adj" fmla="val 3000"/>
              </a:avLst>
            </a:prstGeom>
            <a:noFill/>
            <a:ln w="11570">
              <a:solidFill>
                <a:srgbClr val="2E75B6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71" name="frame_title_0">
              <a:extLst>
                <a:ext uri="{FF2B5EF4-FFF2-40B4-BE49-F238E27FC236}">
                  <a16:creationId xmlns:a16="http://schemas.microsoft.com/office/drawing/2014/main" id="{46047D03-B1E9-0334-C920-33BF0A4EC8BA}"/>
                </a:ext>
              </a:extLst>
            </p:cNvPr>
            <p:cNvSpPr/>
            <p:nvPr/>
          </p:nvSpPr>
          <p:spPr>
            <a:xfrm>
              <a:off x="1598976" y="48804"/>
              <a:ext cx="1890058" cy="341628"/>
            </a:xfrm>
            <a:prstGeom prst="rect">
              <a:avLst/>
            </a:prstGeom>
            <a:solidFill>
              <a:srgbClr val="FFFFFF"/>
            </a:solidFill>
            <a:ln w="4958">
              <a:noFill/>
            </a:ln>
          </p:spPr>
          <p:txBody>
            <a:bodyPr wrap="square" lIns="18741" tIns="9370" rIns="18741" bIns="937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676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1 起動フェーズ</a:t>
              </a:r>
            </a:p>
          </p:txBody>
        </p:sp>
        <p:sp>
          <p:nvSpPr>
            <p:cNvPr id="72" name="frame_1">
              <a:extLst>
                <a:ext uri="{FF2B5EF4-FFF2-40B4-BE49-F238E27FC236}">
                  <a16:creationId xmlns:a16="http://schemas.microsoft.com/office/drawing/2014/main" id="{9EF6457E-5B4D-3E50-20E4-A1685DF4F997}"/>
                </a:ext>
              </a:extLst>
            </p:cNvPr>
            <p:cNvSpPr/>
            <p:nvPr/>
          </p:nvSpPr>
          <p:spPr>
            <a:xfrm>
              <a:off x="6168040" y="0"/>
              <a:ext cx="5505307" cy="9340895"/>
            </a:xfrm>
            <a:prstGeom prst="roundRect">
              <a:avLst>
                <a:gd name="adj" fmla="val 3000"/>
              </a:avLst>
            </a:prstGeom>
            <a:noFill/>
            <a:ln w="11570">
              <a:solidFill>
                <a:srgbClr val="C55A11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73" name="frame_title_1">
              <a:extLst>
                <a:ext uri="{FF2B5EF4-FFF2-40B4-BE49-F238E27FC236}">
                  <a16:creationId xmlns:a16="http://schemas.microsoft.com/office/drawing/2014/main" id="{850AEB05-ED66-6EDD-2B5B-F30025B91C56}"/>
                </a:ext>
              </a:extLst>
            </p:cNvPr>
            <p:cNvSpPr/>
            <p:nvPr/>
          </p:nvSpPr>
          <p:spPr>
            <a:xfrm>
              <a:off x="7717888" y="48804"/>
              <a:ext cx="2637302" cy="341628"/>
            </a:xfrm>
            <a:prstGeom prst="rect">
              <a:avLst/>
            </a:prstGeom>
            <a:solidFill>
              <a:srgbClr val="FFFFFF"/>
            </a:solidFill>
            <a:ln w="4958">
              <a:noFill/>
            </a:ln>
          </p:spPr>
          <p:txBody>
            <a:bodyPr wrap="square" lIns="18741" tIns="9370" rIns="18741" bIns="937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676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2 デバイス操作フェーズ</a:t>
              </a:r>
            </a:p>
          </p:txBody>
        </p:sp>
        <p:sp>
          <p:nvSpPr>
            <p:cNvPr id="74" name="frame_2">
              <a:extLst>
                <a:ext uri="{FF2B5EF4-FFF2-40B4-BE49-F238E27FC236}">
                  <a16:creationId xmlns:a16="http://schemas.microsoft.com/office/drawing/2014/main" id="{D33C9D2D-7EC2-F190-7068-18BB6F34FFF7}"/>
                </a:ext>
              </a:extLst>
            </p:cNvPr>
            <p:cNvSpPr/>
            <p:nvPr/>
          </p:nvSpPr>
          <p:spPr>
            <a:xfrm>
              <a:off x="13452809" y="0"/>
              <a:ext cx="4479367" cy="8913790"/>
            </a:xfrm>
            <a:prstGeom prst="roundRect">
              <a:avLst>
                <a:gd name="adj" fmla="val 3000"/>
              </a:avLst>
            </a:prstGeom>
            <a:noFill/>
            <a:ln w="11570">
              <a:solidFill>
                <a:srgbClr val="7030A0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75" name="frame_title_2">
              <a:extLst>
                <a:ext uri="{FF2B5EF4-FFF2-40B4-BE49-F238E27FC236}">
                  <a16:creationId xmlns:a16="http://schemas.microsoft.com/office/drawing/2014/main" id="{4126C5A8-8D7C-E499-DFE9-9B8410A85DC3}"/>
                </a:ext>
              </a:extLst>
            </p:cNvPr>
            <p:cNvSpPr/>
            <p:nvPr/>
          </p:nvSpPr>
          <p:spPr>
            <a:xfrm>
              <a:off x="14587801" y="48804"/>
              <a:ext cx="1890058" cy="341628"/>
            </a:xfrm>
            <a:prstGeom prst="rect">
              <a:avLst/>
            </a:prstGeom>
            <a:solidFill>
              <a:srgbClr val="FFFFFF"/>
            </a:solidFill>
            <a:ln w="4958">
              <a:noFill/>
            </a:ln>
          </p:spPr>
          <p:txBody>
            <a:bodyPr wrap="square" lIns="18741" tIns="9370" rIns="18741" bIns="937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676" b="1">
                  <a:solidFill>
                    <a:srgbClr val="7030A0"/>
                  </a:solidFill>
                  <a:latin typeface="Meiryo UI"/>
                  <a:ea typeface="Meiryo UI"/>
                  <a:cs typeface="Meiryo UI"/>
                </a:rPr>
                <a:t>3 終了フェーズ</a:t>
              </a:r>
            </a:p>
          </p:txBody>
        </p:sp>
        <p:sp>
          <p:nvSpPr>
            <p:cNvPr id="76" name="shape_d61_STOP_T2" descr="アプリが起動した所有&#10;プロセスだけを停止対象とします。&#10;既存プロセスは停止しません。" title="② 所有プロセスか">
              <a:extLst>
                <a:ext uri="{FF2B5EF4-FFF2-40B4-BE49-F238E27FC236}">
                  <a16:creationId xmlns:a16="http://schemas.microsoft.com/office/drawing/2014/main" id="{609E0EB7-EB97-0966-3945-C02E7B06089F}"/>
                </a:ext>
              </a:extLst>
            </p:cNvPr>
            <p:cNvSpPr/>
            <p:nvPr/>
          </p:nvSpPr>
          <p:spPr>
            <a:xfrm>
              <a:off x="14109781" y="1373927"/>
              <a:ext cx="2729851" cy="1064293"/>
            </a:xfrm>
            <a:prstGeom prst="diamond">
              <a:avLst/>
            </a:prstGeom>
            <a:solidFill>
              <a:srgbClr val="FFF2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3.2 所有プロセスか</a:t>
              </a:r>
            </a:p>
          </p:txBody>
        </p:sp>
        <p:sp>
          <p:nvSpPr>
            <p:cNvPr id="77" name="shape_d61_OPERATION_O6" descr="失敗応答と通信失敗を区別します。&#10;同期結果を確定できない&#10;要求は自動再送しません。" title="運用を継続するか">
              <a:extLst>
                <a:ext uri="{FF2B5EF4-FFF2-40B4-BE49-F238E27FC236}">
                  <a16:creationId xmlns:a16="http://schemas.microsoft.com/office/drawing/2014/main" id="{C73A5853-F7DA-1AC5-7956-DC38F8DBA800}"/>
                </a:ext>
              </a:extLst>
            </p:cNvPr>
            <p:cNvSpPr/>
            <p:nvPr/>
          </p:nvSpPr>
          <p:spPr>
            <a:xfrm>
              <a:off x="7464476" y="7966537"/>
              <a:ext cx="3376526" cy="1086664"/>
            </a:xfrm>
            <a:prstGeom prst="diamond">
              <a:avLst/>
            </a:prstGeom>
            <a:solidFill>
              <a:srgbClr val="FFF2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2.7 運用を継続するか</a:t>
              </a:r>
            </a:p>
          </p:txBody>
        </p:sp>
        <p:sp>
          <p:nvSpPr>
            <p:cNvPr id="78" name="shape_d61_OPERATION_O4" title="④ 同期結果を 確定できたか">
              <a:extLst>
                <a:ext uri="{FF2B5EF4-FFF2-40B4-BE49-F238E27FC236}">
                  <a16:creationId xmlns:a16="http://schemas.microsoft.com/office/drawing/2014/main" id="{6711A61B-CEA1-DB64-A488-CC2CA1D99E81}"/>
                </a:ext>
              </a:extLst>
            </p:cNvPr>
            <p:cNvSpPr/>
            <p:nvPr/>
          </p:nvSpPr>
          <p:spPr>
            <a:xfrm>
              <a:off x="7658970" y="4322097"/>
              <a:ext cx="2974294" cy="1347770"/>
            </a:xfrm>
            <a:prstGeom prst="diamond">
              <a:avLst/>
            </a:prstGeom>
            <a:solidFill>
              <a:srgbClr val="FFF2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2.4 同期結果を
確定できたか</a:t>
              </a:r>
            </a:p>
          </p:txBody>
        </p:sp>
        <p:sp>
          <p:nvSpPr>
            <p:cNvPr id="79" name="shape_d61_START_S4" title="④ 起動準備が 完了したか">
              <a:extLst>
                <a:ext uri="{FF2B5EF4-FFF2-40B4-BE49-F238E27FC236}">
                  <a16:creationId xmlns:a16="http://schemas.microsoft.com/office/drawing/2014/main" id="{D33AFFA6-5CC7-FDF7-123C-51D38C24CEE9}"/>
                </a:ext>
              </a:extLst>
            </p:cNvPr>
            <p:cNvSpPr/>
            <p:nvPr/>
          </p:nvSpPr>
          <p:spPr>
            <a:xfrm>
              <a:off x="274252" y="4497856"/>
              <a:ext cx="3586534" cy="815556"/>
            </a:xfrm>
            <a:prstGeom prst="diamond">
              <a:avLst/>
            </a:prstGeom>
            <a:solidFill>
              <a:srgbClr val="FFF2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1.6 起動準備が</a:t>
              </a:r>
            </a:p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完了したか</a:t>
              </a:r>
            </a:p>
          </p:txBody>
        </p:sp>
        <p:sp>
          <p:nvSpPr>
            <p:cNvPr id="80" name="shape_d61_STOP_T3" title="③ 停止要求を送信して 終了を監視">
              <a:extLst>
                <a:ext uri="{FF2B5EF4-FFF2-40B4-BE49-F238E27FC236}">
                  <a16:creationId xmlns:a16="http://schemas.microsoft.com/office/drawing/2014/main" id="{0E2A6350-B8E7-62AB-22B9-91415FBB64B0}"/>
                </a:ext>
              </a:extLst>
            </p:cNvPr>
            <p:cNvSpPr/>
            <p:nvPr/>
          </p:nvSpPr>
          <p:spPr>
            <a:xfrm>
              <a:off x="14457213" y="3367341"/>
              <a:ext cx="2058047" cy="830770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3.3 停止要求を送信して
終了を監視</a:t>
              </a:r>
            </a:p>
          </p:txBody>
        </p:sp>
        <p:sp>
          <p:nvSpPr>
            <p:cNvPr id="81" name="shape_d61_START_S3" title="③ デバイスコネクタと 通信・デバイスを準備">
              <a:extLst>
                <a:ext uri="{FF2B5EF4-FFF2-40B4-BE49-F238E27FC236}">
                  <a16:creationId xmlns:a16="http://schemas.microsoft.com/office/drawing/2014/main" id="{B20230C1-F0CB-C90A-90B3-299CE24BA9B7}"/>
                </a:ext>
              </a:extLst>
            </p:cNvPr>
            <p:cNvSpPr/>
            <p:nvPr/>
          </p:nvSpPr>
          <p:spPr>
            <a:xfrm>
              <a:off x="1103959" y="2095415"/>
              <a:ext cx="1927120" cy="590971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1.3</a:t>
              </a:r>
              <a:r>
                <a:rPr kumimoji="0" lang="vi-VN" altLang="ja-JP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 </a:t>
              </a:r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既存プロセスを確認し
未起動時だけ起動</a:t>
              </a:r>
            </a:p>
          </p:txBody>
        </p:sp>
        <p:sp>
          <p:nvSpPr>
            <p:cNvPr id="82" name="shape_d61_OPERATION_COMM_ERROR" title="通信失敗を返却 送信後は自動再送なし">
              <a:extLst>
                <a:ext uri="{FF2B5EF4-FFF2-40B4-BE49-F238E27FC236}">
                  <a16:creationId xmlns:a16="http://schemas.microsoft.com/office/drawing/2014/main" id="{4CC4EB8C-2593-5268-DFE0-F7306CE6FE4C}"/>
                </a:ext>
              </a:extLst>
            </p:cNvPr>
            <p:cNvSpPr/>
            <p:nvPr/>
          </p:nvSpPr>
          <p:spPr>
            <a:xfrm>
              <a:off x="8198591" y="6921328"/>
              <a:ext cx="1908296" cy="454234"/>
            </a:xfrm>
            <a:prstGeom prst="roundRect">
              <a:avLst/>
            </a:prstGeom>
            <a:solidFill>
              <a:srgbClr val="F4CC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2.6 通信失敗を返却</a:t>
              </a:r>
            </a:p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送信後は自動再送なし</a:t>
              </a:r>
            </a:p>
          </p:txBody>
        </p:sp>
        <p:sp>
          <p:nvSpPr>
            <p:cNvPr id="83" name="shape_d61_START_S2" title="② 設定を準備 運用設定 → 初期設定">
              <a:extLst>
                <a:ext uri="{FF2B5EF4-FFF2-40B4-BE49-F238E27FC236}">
                  <a16:creationId xmlns:a16="http://schemas.microsoft.com/office/drawing/2014/main" id="{D69F0A22-F7B3-05C7-FDDF-79C272067E9B}"/>
                </a:ext>
              </a:extLst>
            </p:cNvPr>
            <p:cNvSpPr/>
            <p:nvPr/>
          </p:nvSpPr>
          <p:spPr>
            <a:xfrm>
              <a:off x="1121751" y="1241537"/>
              <a:ext cx="1881861" cy="576111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3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1.2 設定を準備</a:t>
              </a:r>
            </a:p>
            <a:p>
              <a:pPr algn="ctr"/>
              <a:r>
                <a:rPr kumimoji="0" lang="en-US" altLang="ja-JP" sz="463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JSON</a:t>
              </a:r>
              <a:r>
                <a:rPr kumimoji="0" lang="ja-JP" altLang="en-US" sz="463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取込 → </a:t>
              </a:r>
              <a:r>
                <a:rPr kumimoji="0" lang="en-US" altLang="ja-JP" sz="463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SQLite</a:t>
              </a:r>
            </a:p>
            <a:p>
              <a:pPr algn="ctr"/>
              <a:r>
                <a:rPr kumimoji="0" lang="ja-JP" altLang="en-US" sz="463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不可時：</a:t>
              </a:r>
              <a:r>
                <a:rPr kumimoji="0" lang="en-US" altLang="ja-JP" sz="463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SQLite</a:t>
              </a:r>
              <a:r>
                <a:rPr kumimoji="0" lang="ja-JP" altLang="en-US" sz="463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読込</a:t>
              </a:r>
            </a:p>
          </p:txBody>
        </p:sp>
        <p:sp>
          <p:nvSpPr>
            <p:cNvPr id="84" name="shape_d61_OPERATION_O2" title="② 接続を確認して コマンド要求を送信">
              <a:extLst>
                <a:ext uri="{FF2B5EF4-FFF2-40B4-BE49-F238E27FC236}">
                  <a16:creationId xmlns:a16="http://schemas.microsoft.com/office/drawing/2014/main" id="{D75E5DE6-224E-D369-E677-64A825027A9E}"/>
                </a:ext>
              </a:extLst>
            </p:cNvPr>
            <p:cNvSpPr/>
            <p:nvPr/>
          </p:nvSpPr>
          <p:spPr>
            <a:xfrm>
              <a:off x="8279341" y="1263221"/>
              <a:ext cx="1735449" cy="762662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2.2 接続を確認して
コマンド要求を送信</a:t>
              </a:r>
            </a:p>
          </p:txBody>
        </p:sp>
        <p:sp>
          <p:nvSpPr>
            <p:cNvPr id="85" name="shape_d61_OPERATION_O3" descr="設計上の役割：デバイス操作フェーズ。&#10;入力は② 接続を確認して、出力先は④&#10;同期結果を、非同期イベントをです。" title="③ 順序制御して 対象デバイスを制御">
              <a:extLst>
                <a:ext uri="{FF2B5EF4-FFF2-40B4-BE49-F238E27FC236}">
                  <a16:creationId xmlns:a16="http://schemas.microsoft.com/office/drawing/2014/main" id="{4D935129-EA24-17EB-B11C-6A3B66ECEF85}"/>
                </a:ext>
              </a:extLst>
            </p:cNvPr>
            <p:cNvSpPr/>
            <p:nvPr/>
          </p:nvSpPr>
          <p:spPr>
            <a:xfrm>
              <a:off x="8135168" y="2254950"/>
              <a:ext cx="2005031" cy="1460500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2.3 順序制御して</a:t>
              </a:r>
            </a:p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対象デバイスを制御</a:t>
              </a:r>
            </a:p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決済端末とレシートプリンターは</a:t>
              </a:r>
            </a:p>
            <a:p>
              <a:pPr algn="ctr"/>
              <a:r>
                <a:rPr kumimoji="0" lang="en-US" altLang="ja-JP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Windows OPOS</a:t>
              </a:r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を利用</a:t>
              </a:r>
            </a:p>
          </p:txBody>
        </p:sp>
        <p:sp>
          <p:nvSpPr>
            <p:cNvPr id="86" name="shape_d61_OPERATION_O5" title="正常応答または 失敗応答を返却">
              <a:extLst>
                <a:ext uri="{FF2B5EF4-FFF2-40B4-BE49-F238E27FC236}">
                  <a16:creationId xmlns:a16="http://schemas.microsoft.com/office/drawing/2014/main" id="{6A4894E3-8BF6-2A5E-6AA0-73581ED526ED}"/>
                </a:ext>
              </a:extLst>
            </p:cNvPr>
            <p:cNvSpPr/>
            <p:nvPr/>
          </p:nvSpPr>
          <p:spPr>
            <a:xfrm>
              <a:off x="6387658" y="6806019"/>
              <a:ext cx="1501305" cy="914896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2.5 正常応答または
失敗応答を返却</a:t>
              </a:r>
            </a:p>
          </p:txBody>
        </p:sp>
        <p:sp>
          <p:nvSpPr>
            <p:cNvPr id="87" name="shape_d61_START_START_ERROR" title="起動を中止して 異常を記録">
              <a:extLst>
                <a:ext uri="{FF2B5EF4-FFF2-40B4-BE49-F238E27FC236}">
                  <a16:creationId xmlns:a16="http://schemas.microsoft.com/office/drawing/2014/main" id="{77038A31-FAD7-E0E7-F604-EA95CCF36C37}"/>
                </a:ext>
              </a:extLst>
            </p:cNvPr>
            <p:cNvSpPr/>
            <p:nvPr/>
          </p:nvSpPr>
          <p:spPr>
            <a:xfrm>
              <a:off x="1275035" y="7681279"/>
              <a:ext cx="1584969" cy="593295"/>
            </a:xfrm>
            <a:prstGeom prst="roundRect">
              <a:avLst/>
            </a:prstGeom>
            <a:solidFill>
              <a:srgbClr val="F4CC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1.8 起動を中止して
異常を記録</a:t>
              </a:r>
            </a:p>
          </p:txBody>
        </p:sp>
        <p:sp>
          <p:nvSpPr>
            <p:cNvPr id="88" name="shape_d61_OPERATION_O1" title="① デバイス操作を依頼">
              <a:extLst>
                <a:ext uri="{FF2B5EF4-FFF2-40B4-BE49-F238E27FC236}">
                  <a16:creationId xmlns:a16="http://schemas.microsoft.com/office/drawing/2014/main" id="{8058877D-4849-1A92-B053-3D8531C67924}"/>
                </a:ext>
              </a:extLst>
            </p:cNvPr>
            <p:cNvSpPr/>
            <p:nvPr/>
          </p:nvSpPr>
          <p:spPr>
            <a:xfrm>
              <a:off x="8165316" y="585648"/>
              <a:ext cx="1966251" cy="360413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2.1 デバイス操作を依頼</a:t>
              </a:r>
            </a:p>
          </p:txBody>
        </p:sp>
        <p:sp>
          <p:nvSpPr>
            <p:cNvPr id="89" name="shape_d61_STOP_T1" title="① アプリ停止・破棄">
              <a:extLst>
                <a:ext uri="{FF2B5EF4-FFF2-40B4-BE49-F238E27FC236}">
                  <a16:creationId xmlns:a16="http://schemas.microsoft.com/office/drawing/2014/main" id="{F83D0F65-F2E9-A765-FA9A-9A1EE8FB3FBD}"/>
                </a:ext>
              </a:extLst>
            </p:cNvPr>
            <p:cNvSpPr/>
            <p:nvPr/>
          </p:nvSpPr>
          <p:spPr>
            <a:xfrm>
              <a:off x="14576663" y="548392"/>
              <a:ext cx="1796085" cy="454234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3.1 ウィンドウ終了</a:t>
              </a:r>
            </a:p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イベント受信を停止</a:t>
              </a:r>
            </a:p>
          </p:txBody>
        </p:sp>
        <p:sp>
          <p:nvSpPr>
            <p:cNvPr id="90" name="shape_d61_START_S1" title="① アプリ起動">
              <a:extLst>
                <a:ext uri="{FF2B5EF4-FFF2-40B4-BE49-F238E27FC236}">
                  <a16:creationId xmlns:a16="http://schemas.microsoft.com/office/drawing/2014/main" id="{420EC924-6CC3-06AD-D5C8-66FB1028EA72}"/>
                </a:ext>
              </a:extLst>
            </p:cNvPr>
            <p:cNvSpPr/>
            <p:nvPr/>
          </p:nvSpPr>
          <p:spPr>
            <a:xfrm>
              <a:off x="1270197" y="566911"/>
              <a:ext cx="1584969" cy="369180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1.1 ウィンドウ生成</a:t>
              </a:r>
            </a:p>
          </p:txBody>
        </p:sp>
        <p:sp>
          <p:nvSpPr>
            <p:cNvPr id="91" name="shape_d61_START_S5" title="運用開始">
              <a:extLst>
                <a:ext uri="{FF2B5EF4-FFF2-40B4-BE49-F238E27FC236}">
                  <a16:creationId xmlns:a16="http://schemas.microsoft.com/office/drawing/2014/main" id="{91B63198-2D4C-FA7F-F0FF-FCECA671E490}"/>
                </a:ext>
              </a:extLst>
            </p:cNvPr>
            <p:cNvSpPr/>
            <p:nvPr/>
          </p:nvSpPr>
          <p:spPr>
            <a:xfrm>
              <a:off x="3263089" y="6162136"/>
              <a:ext cx="1605303" cy="635915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1.7 イベント受信を開始して</a:t>
              </a:r>
            </a:p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運用開始</a:t>
              </a:r>
            </a:p>
          </p:txBody>
        </p:sp>
        <p:cxnSp>
          <p:nvCxnSpPr>
            <p:cNvPr id="92" name="edge_d61_03_STOP_T1_to_STOP_T2">
              <a:extLst>
                <a:ext uri="{FF2B5EF4-FFF2-40B4-BE49-F238E27FC236}">
                  <a16:creationId xmlns:a16="http://schemas.microsoft.com/office/drawing/2014/main" id="{E3262098-B642-C225-842A-7F3647EDBB65}"/>
                </a:ext>
              </a:extLst>
            </p:cNvPr>
            <p:cNvCxnSpPr>
              <a:cxnSpLocks/>
              <a:stCxn id="89" idx="2"/>
              <a:endCxn id="76" idx="0"/>
            </p:cNvCxnSpPr>
            <p:nvPr/>
          </p:nvCxnSpPr>
          <p:spPr>
            <a:xfrm>
              <a:off x="15474705" y="1002626"/>
              <a:ext cx="2" cy="371301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edge_d61_04_STOP_T2_to_STOP_T6" descr="いいえ" title="いいえ">
              <a:extLst>
                <a:ext uri="{FF2B5EF4-FFF2-40B4-BE49-F238E27FC236}">
                  <a16:creationId xmlns:a16="http://schemas.microsoft.com/office/drawing/2014/main" id="{F40E1D04-782A-EEE7-AEDA-BE7CB5FCDE50}"/>
                </a:ext>
              </a:extLst>
            </p:cNvPr>
            <p:cNvCxnSpPr>
              <a:cxnSpLocks/>
              <a:stCxn id="76" idx="1"/>
              <a:endCxn id="130" idx="1"/>
            </p:cNvCxnSpPr>
            <p:nvPr/>
          </p:nvCxnSpPr>
          <p:spPr>
            <a:xfrm rot="10800000" flipH="1" flipV="1">
              <a:off x="14109781" y="1906075"/>
              <a:ext cx="650070" cy="6610774"/>
            </a:xfrm>
            <a:prstGeom prst="bentConnector3">
              <a:avLst>
                <a:gd name="adj1" fmla="val -72107"/>
              </a:avLst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edge_d61_05_STOP_T2_to_STOP_T3" descr="はい" title="はい">
              <a:extLst>
                <a:ext uri="{FF2B5EF4-FFF2-40B4-BE49-F238E27FC236}">
                  <a16:creationId xmlns:a16="http://schemas.microsoft.com/office/drawing/2014/main" id="{A4522CFC-BAE3-4005-4D4C-4F65A15D7B88}"/>
                </a:ext>
              </a:extLst>
            </p:cNvPr>
            <p:cNvCxnSpPr>
              <a:cxnSpLocks/>
              <a:stCxn id="76" idx="2"/>
              <a:endCxn id="80" idx="0"/>
            </p:cNvCxnSpPr>
            <p:nvPr/>
          </p:nvCxnSpPr>
          <p:spPr>
            <a:xfrm rot="16200000" flipH="1">
              <a:off x="15015911" y="2897015"/>
              <a:ext cx="929121" cy="11530"/>
            </a:xfrm>
            <a:prstGeom prst="bentConnector3">
              <a:avLst>
                <a:gd name="adj1" fmla="val 50000"/>
              </a:avLst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edge_d61_07_STOP_T4_to_STOP_T6" descr="はい" title="はい">
              <a:extLst>
                <a:ext uri="{FF2B5EF4-FFF2-40B4-BE49-F238E27FC236}">
                  <a16:creationId xmlns:a16="http://schemas.microsoft.com/office/drawing/2014/main" id="{DA868FCF-49D8-65B0-02EF-EF52F5296831}"/>
                </a:ext>
              </a:extLst>
            </p:cNvPr>
            <p:cNvCxnSpPr>
              <a:cxnSpLocks/>
              <a:stCxn id="128" idx="3"/>
              <a:endCxn id="130" idx="3"/>
            </p:cNvCxnSpPr>
            <p:nvPr/>
          </p:nvCxnSpPr>
          <p:spPr>
            <a:xfrm flipH="1">
              <a:off x="16261156" y="5937131"/>
              <a:ext cx="689703" cy="2579718"/>
            </a:xfrm>
            <a:prstGeom prst="bentConnector3">
              <a:avLst>
                <a:gd name="adj1" fmla="val -67964"/>
              </a:avLst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edge_d61_08_STOP_T4_to_STOP_T5" descr="いいえ" title="いいえ">
              <a:extLst>
                <a:ext uri="{FF2B5EF4-FFF2-40B4-BE49-F238E27FC236}">
                  <a16:creationId xmlns:a16="http://schemas.microsoft.com/office/drawing/2014/main" id="{86CEFADD-753E-BC6C-D3ED-AC23BA9CB9DD}"/>
                </a:ext>
              </a:extLst>
            </p:cNvPr>
            <p:cNvCxnSpPr>
              <a:cxnSpLocks/>
              <a:stCxn id="128" idx="2"/>
              <a:endCxn id="129" idx="0"/>
            </p:cNvCxnSpPr>
            <p:nvPr/>
          </p:nvCxnSpPr>
          <p:spPr>
            <a:xfrm>
              <a:off x="15486238" y="6344908"/>
              <a:ext cx="23665" cy="746156"/>
            </a:xfrm>
            <a:prstGeom prst="straightConnector1">
              <a:avLst/>
            </a:prstGeom>
            <a:noFill/>
            <a:ln w="13223" cap="flat" cmpd="sng" algn="ctr">
              <a:solidFill>
                <a:srgbClr val="C00000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edge_d61_09_STOP_T5_to_STOP_T6">
              <a:extLst>
                <a:ext uri="{FF2B5EF4-FFF2-40B4-BE49-F238E27FC236}">
                  <a16:creationId xmlns:a16="http://schemas.microsoft.com/office/drawing/2014/main" id="{ECFBA5C2-C1C8-92BC-4286-EEF2BF998CF4}"/>
                </a:ext>
              </a:extLst>
            </p:cNvPr>
            <p:cNvCxnSpPr>
              <a:cxnSpLocks/>
              <a:stCxn id="129" idx="2"/>
              <a:endCxn id="130" idx="0"/>
            </p:cNvCxnSpPr>
            <p:nvPr/>
          </p:nvCxnSpPr>
          <p:spPr>
            <a:xfrm>
              <a:off x="15509903" y="8005465"/>
              <a:ext cx="601" cy="375107"/>
            </a:xfrm>
            <a:prstGeom prst="straightConnector1">
              <a:avLst/>
            </a:prstGeom>
            <a:noFill/>
            <a:ln w="13223" cap="flat" cmpd="sng" algn="ctr">
              <a:solidFill>
                <a:srgbClr val="C00000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edge_d61_10_OPERATION_O1_to_OPERATION_O2">
              <a:extLst>
                <a:ext uri="{FF2B5EF4-FFF2-40B4-BE49-F238E27FC236}">
                  <a16:creationId xmlns:a16="http://schemas.microsoft.com/office/drawing/2014/main" id="{3A204448-1898-97D8-BE78-7824CCA6AA09}"/>
                </a:ext>
              </a:extLst>
            </p:cNvPr>
            <p:cNvCxnSpPr>
              <a:cxnSpLocks/>
            </p:cNvCxnSpPr>
            <p:nvPr/>
          </p:nvCxnSpPr>
          <p:spPr>
            <a:xfrm>
              <a:off x="9093671" y="946062"/>
              <a:ext cx="3707" cy="319191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edge_d61_11_OPERATION_O2_to_OPERATION_O3">
              <a:extLst>
                <a:ext uri="{FF2B5EF4-FFF2-40B4-BE49-F238E27FC236}">
                  <a16:creationId xmlns:a16="http://schemas.microsoft.com/office/drawing/2014/main" id="{3E991B3A-BE19-EAD8-6431-06C436BB6F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6847" y="2025882"/>
              <a:ext cx="9379" cy="229067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edge_d61_12_OPERATION_O3_to_OPERATION_O4">
              <a:extLst>
                <a:ext uri="{FF2B5EF4-FFF2-40B4-BE49-F238E27FC236}">
                  <a16:creationId xmlns:a16="http://schemas.microsoft.com/office/drawing/2014/main" id="{716E9255-9920-6B9B-FEA2-F3AC342B61D8}"/>
                </a:ext>
              </a:extLst>
            </p:cNvPr>
            <p:cNvCxnSpPr>
              <a:cxnSpLocks/>
              <a:stCxn id="85" idx="2"/>
              <a:endCxn id="78" idx="0"/>
            </p:cNvCxnSpPr>
            <p:nvPr/>
          </p:nvCxnSpPr>
          <p:spPr>
            <a:xfrm>
              <a:off x="9137685" y="3715449"/>
              <a:ext cx="8434" cy="606649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edge_d61_13_OPERATION_O4_to_OPERATION_O5" descr="はい" title="はい">
              <a:extLst>
                <a:ext uri="{FF2B5EF4-FFF2-40B4-BE49-F238E27FC236}">
                  <a16:creationId xmlns:a16="http://schemas.microsoft.com/office/drawing/2014/main" id="{478FB962-053D-A1F0-D7FF-41C15EC71D5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94643" y="5639650"/>
              <a:ext cx="1805969" cy="518626"/>
            </a:xfrm>
            <a:prstGeom prst="bentConnector3">
              <a:avLst>
                <a:gd name="adj1" fmla="val 50000"/>
              </a:avLst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edge_d61_14_OPERATION_O5_to_OPERATION_O6">
              <a:extLst>
                <a:ext uri="{FF2B5EF4-FFF2-40B4-BE49-F238E27FC236}">
                  <a16:creationId xmlns:a16="http://schemas.microsoft.com/office/drawing/2014/main" id="{39893A22-935A-E4C1-5FC8-21322DC6AB58}"/>
                </a:ext>
              </a:extLst>
            </p:cNvPr>
            <p:cNvCxnSpPr>
              <a:cxnSpLocks/>
              <a:stCxn id="86" idx="2"/>
              <a:endCxn id="77" idx="1"/>
            </p:cNvCxnSpPr>
            <p:nvPr/>
          </p:nvCxnSpPr>
          <p:spPr>
            <a:xfrm rot="16200000" flipH="1">
              <a:off x="6906914" y="7952309"/>
              <a:ext cx="788956" cy="326165"/>
            </a:xfrm>
            <a:prstGeom prst="bentConnector2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edge_d61_15_OPERATION_O4_to_OPERATION_COMM_ERROR" descr="いいえ" title="いいえ">
              <a:extLst>
                <a:ext uri="{FF2B5EF4-FFF2-40B4-BE49-F238E27FC236}">
                  <a16:creationId xmlns:a16="http://schemas.microsoft.com/office/drawing/2014/main" id="{B386291B-3D64-669E-AF04-34556D665131}"/>
                </a:ext>
              </a:extLst>
            </p:cNvPr>
            <p:cNvCxnSpPr>
              <a:cxnSpLocks/>
              <a:stCxn id="78" idx="2"/>
              <a:endCxn id="82" idx="0"/>
            </p:cNvCxnSpPr>
            <p:nvPr/>
          </p:nvCxnSpPr>
          <p:spPr>
            <a:xfrm>
              <a:off x="9146119" y="5669869"/>
              <a:ext cx="6621" cy="1251460"/>
            </a:xfrm>
            <a:prstGeom prst="straightConnector1">
              <a:avLst/>
            </a:prstGeom>
            <a:noFill/>
            <a:ln w="13223" cap="flat" cmpd="sng" algn="ctr">
              <a:solidFill>
                <a:srgbClr val="C00000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edge_d61_16_OPERATION_COMM_ERROR_to_OPERATION_O6">
              <a:extLst>
                <a:ext uri="{FF2B5EF4-FFF2-40B4-BE49-F238E27FC236}">
                  <a16:creationId xmlns:a16="http://schemas.microsoft.com/office/drawing/2014/main" id="{13A258D9-DCAF-AB0D-8754-E81D912CCED8}"/>
                </a:ext>
              </a:extLst>
            </p:cNvPr>
            <p:cNvCxnSpPr>
              <a:cxnSpLocks/>
              <a:stCxn id="82" idx="2"/>
              <a:endCxn id="77" idx="0"/>
            </p:cNvCxnSpPr>
            <p:nvPr/>
          </p:nvCxnSpPr>
          <p:spPr>
            <a:xfrm>
              <a:off x="9152740" y="7375563"/>
              <a:ext cx="0" cy="590975"/>
            </a:xfrm>
            <a:prstGeom prst="straightConnector1">
              <a:avLst/>
            </a:prstGeom>
            <a:noFill/>
            <a:ln w="13223" cap="flat" cmpd="sng" algn="ctr">
              <a:solidFill>
                <a:srgbClr val="C00000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edge_d61_17_OPERATION_O6_to_OPERATION_O1" descr="はい" title="はい">
              <a:extLst>
                <a:ext uri="{FF2B5EF4-FFF2-40B4-BE49-F238E27FC236}">
                  <a16:creationId xmlns:a16="http://schemas.microsoft.com/office/drawing/2014/main" id="{D544C1D7-7DFE-F87F-24E9-1866F90BFEAB}"/>
                </a:ext>
              </a:extLst>
            </p:cNvPr>
            <p:cNvCxnSpPr>
              <a:cxnSpLocks/>
              <a:stCxn id="77" idx="3"/>
              <a:endCxn id="88" idx="3"/>
            </p:cNvCxnSpPr>
            <p:nvPr/>
          </p:nvCxnSpPr>
          <p:spPr>
            <a:xfrm flipH="1" flipV="1">
              <a:off x="10131567" y="765855"/>
              <a:ext cx="709435" cy="7744016"/>
            </a:xfrm>
            <a:prstGeom prst="bentConnector3">
              <a:avLst>
                <a:gd name="adj1" fmla="val -66073"/>
              </a:avLst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edge_d61_19_START_S1_to_START_S2">
              <a:extLst>
                <a:ext uri="{FF2B5EF4-FFF2-40B4-BE49-F238E27FC236}">
                  <a16:creationId xmlns:a16="http://schemas.microsoft.com/office/drawing/2014/main" id="{2BB63765-DBF7-2694-49B8-63BB5312B3F1}"/>
                </a:ext>
              </a:extLst>
            </p:cNvPr>
            <p:cNvCxnSpPr>
              <a:cxnSpLocks/>
              <a:stCxn id="90" idx="2"/>
              <a:endCxn id="83" idx="0"/>
            </p:cNvCxnSpPr>
            <p:nvPr/>
          </p:nvCxnSpPr>
          <p:spPr>
            <a:xfrm>
              <a:off x="2062682" y="936091"/>
              <a:ext cx="0" cy="305447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edge_d61_20_START_S2_to_START_S3">
              <a:extLst>
                <a:ext uri="{FF2B5EF4-FFF2-40B4-BE49-F238E27FC236}">
                  <a16:creationId xmlns:a16="http://schemas.microsoft.com/office/drawing/2014/main" id="{A72961B9-1121-36AA-4A17-C5DC310ACEE4}"/>
                </a:ext>
              </a:extLst>
            </p:cNvPr>
            <p:cNvCxnSpPr>
              <a:cxnSpLocks/>
              <a:stCxn id="83" idx="2"/>
              <a:endCxn id="81" idx="0"/>
            </p:cNvCxnSpPr>
            <p:nvPr/>
          </p:nvCxnSpPr>
          <p:spPr>
            <a:xfrm>
              <a:off x="2062682" y="1817648"/>
              <a:ext cx="4837" cy="277767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edge_d61_21_START_S3_to_START_S4">
              <a:extLst>
                <a:ext uri="{FF2B5EF4-FFF2-40B4-BE49-F238E27FC236}">
                  <a16:creationId xmlns:a16="http://schemas.microsoft.com/office/drawing/2014/main" id="{0CBA8BC0-DD83-66AF-9819-2C58A2170C5A}"/>
                </a:ext>
              </a:extLst>
            </p:cNvPr>
            <p:cNvCxnSpPr>
              <a:cxnSpLocks/>
              <a:stCxn id="124" idx="2"/>
              <a:endCxn id="79" idx="0"/>
            </p:cNvCxnSpPr>
            <p:nvPr/>
          </p:nvCxnSpPr>
          <p:spPr>
            <a:xfrm>
              <a:off x="2062680" y="4168701"/>
              <a:ext cx="4839" cy="329155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edge_d61_22_START_S4_to_START_S5" descr="はい" title="はい">
              <a:extLst>
                <a:ext uri="{FF2B5EF4-FFF2-40B4-BE49-F238E27FC236}">
                  <a16:creationId xmlns:a16="http://schemas.microsoft.com/office/drawing/2014/main" id="{BDAB64AA-0785-2B57-0B62-9F8E5755C686}"/>
                </a:ext>
              </a:extLst>
            </p:cNvPr>
            <p:cNvCxnSpPr>
              <a:cxnSpLocks/>
              <a:stCxn id="79" idx="3"/>
              <a:endCxn id="91" idx="0"/>
            </p:cNvCxnSpPr>
            <p:nvPr/>
          </p:nvCxnSpPr>
          <p:spPr>
            <a:xfrm>
              <a:off x="3860786" y="4905634"/>
              <a:ext cx="204953" cy="1256502"/>
            </a:xfrm>
            <a:prstGeom prst="bentConnector2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edge_d61_23_START_S4_to_START_START_ERROR" descr="いいえ" title="いいえ">
              <a:extLst>
                <a:ext uri="{FF2B5EF4-FFF2-40B4-BE49-F238E27FC236}">
                  <a16:creationId xmlns:a16="http://schemas.microsoft.com/office/drawing/2014/main" id="{05022DB0-DC57-0AA1-246C-8C59862B61C1}"/>
                </a:ext>
              </a:extLst>
            </p:cNvPr>
            <p:cNvCxnSpPr>
              <a:cxnSpLocks/>
              <a:stCxn id="79" idx="2"/>
              <a:endCxn id="87" idx="0"/>
            </p:cNvCxnSpPr>
            <p:nvPr/>
          </p:nvCxnSpPr>
          <p:spPr>
            <a:xfrm rot="5400000">
              <a:off x="883587" y="6497344"/>
              <a:ext cx="2367867" cy="26042"/>
            </a:xfrm>
            <a:prstGeom prst="bentConnector3">
              <a:avLst>
                <a:gd name="adj1" fmla="val 50000"/>
              </a:avLst>
            </a:prstGeom>
            <a:noFill/>
            <a:ln w="13223" cap="flat" cmpd="sng" algn="ctr">
              <a:solidFill>
                <a:srgbClr val="C00000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edge_label_d61_04_STOP_T2_to_STOP_T6">
              <a:extLst>
                <a:ext uri="{FF2B5EF4-FFF2-40B4-BE49-F238E27FC236}">
                  <a16:creationId xmlns:a16="http://schemas.microsoft.com/office/drawing/2014/main" id="{DA98F415-AA01-8E69-F37E-7AF5A1CADD49}"/>
                </a:ext>
              </a:extLst>
            </p:cNvPr>
            <p:cNvSpPr txBox="1"/>
            <p:nvPr/>
          </p:nvSpPr>
          <p:spPr>
            <a:xfrm>
              <a:off x="13564643" y="2962082"/>
              <a:ext cx="967907" cy="271452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33057" tIns="13223" rIns="33057" bIns="13223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いいえ</a:t>
              </a:r>
            </a:p>
          </p:txBody>
        </p:sp>
        <p:sp>
          <p:nvSpPr>
            <p:cNvPr id="112" name="edge_label_d61_05_STOP_T2_to_STOP_T3">
              <a:extLst>
                <a:ext uri="{FF2B5EF4-FFF2-40B4-BE49-F238E27FC236}">
                  <a16:creationId xmlns:a16="http://schemas.microsoft.com/office/drawing/2014/main" id="{520B557B-C1C6-745D-A42F-3CF05530F6B7}"/>
                </a:ext>
              </a:extLst>
            </p:cNvPr>
            <p:cNvSpPr txBox="1"/>
            <p:nvPr/>
          </p:nvSpPr>
          <p:spPr>
            <a:xfrm>
              <a:off x="15021468" y="2720332"/>
              <a:ext cx="978074" cy="275520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33057" tIns="13223" rIns="33057" bIns="13223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はい</a:t>
              </a:r>
            </a:p>
          </p:txBody>
        </p:sp>
        <p:sp>
          <p:nvSpPr>
            <p:cNvPr id="113" name="edge_label_d61_07_STOP_T4_to_STOP_T6">
              <a:extLst>
                <a:ext uri="{FF2B5EF4-FFF2-40B4-BE49-F238E27FC236}">
                  <a16:creationId xmlns:a16="http://schemas.microsoft.com/office/drawing/2014/main" id="{551645CC-6C93-BBEF-09AE-ADE87D6F8838}"/>
                </a:ext>
              </a:extLst>
            </p:cNvPr>
            <p:cNvSpPr txBox="1"/>
            <p:nvPr/>
          </p:nvSpPr>
          <p:spPr>
            <a:xfrm>
              <a:off x="16725176" y="6436593"/>
              <a:ext cx="943505" cy="271930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33057" tIns="13223" rIns="33057" bIns="13223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はい</a:t>
              </a:r>
            </a:p>
          </p:txBody>
        </p:sp>
        <p:sp>
          <p:nvSpPr>
            <p:cNvPr id="114" name="edge_label_d61_08_STOP_T4_to_STOP_T5">
              <a:extLst>
                <a:ext uri="{FF2B5EF4-FFF2-40B4-BE49-F238E27FC236}">
                  <a16:creationId xmlns:a16="http://schemas.microsoft.com/office/drawing/2014/main" id="{D75DCAAA-CD7A-41F4-AD7C-39805F167673}"/>
                </a:ext>
              </a:extLst>
            </p:cNvPr>
            <p:cNvSpPr txBox="1"/>
            <p:nvPr/>
          </p:nvSpPr>
          <p:spPr>
            <a:xfrm>
              <a:off x="15069374" y="6551350"/>
              <a:ext cx="959773" cy="275519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33057" tIns="13223" rIns="33057" bIns="13223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いいえ</a:t>
              </a:r>
            </a:p>
          </p:txBody>
        </p:sp>
        <p:sp>
          <p:nvSpPr>
            <p:cNvPr id="115" name="edge_label_d61_13_OPERATION_O4_to_OPERATION_O5">
              <a:extLst>
                <a:ext uri="{FF2B5EF4-FFF2-40B4-BE49-F238E27FC236}">
                  <a16:creationId xmlns:a16="http://schemas.microsoft.com/office/drawing/2014/main" id="{2DFAE507-9F34-2908-80C0-BB54B3EDC8B2}"/>
                </a:ext>
              </a:extLst>
            </p:cNvPr>
            <p:cNvSpPr txBox="1"/>
            <p:nvPr/>
          </p:nvSpPr>
          <p:spPr>
            <a:xfrm>
              <a:off x="6601404" y="5448156"/>
              <a:ext cx="953672" cy="271094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33057" tIns="13223" rIns="33057" bIns="13223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はい</a:t>
              </a:r>
            </a:p>
          </p:txBody>
        </p:sp>
        <p:sp>
          <p:nvSpPr>
            <p:cNvPr id="116" name="edge_label_d61_15_OPERATION_O4_to_OPERATION_COMM_ERROR">
              <a:extLst>
                <a:ext uri="{FF2B5EF4-FFF2-40B4-BE49-F238E27FC236}">
                  <a16:creationId xmlns:a16="http://schemas.microsoft.com/office/drawing/2014/main" id="{2F41E95D-B351-5CB5-16FA-619831E00413}"/>
                </a:ext>
              </a:extLst>
            </p:cNvPr>
            <p:cNvSpPr txBox="1"/>
            <p:nvPr/>
          </p:nvSpPr>
          <p:spPr>
            <a:xfrm>
              <a:off x="8582016" y="5989204"/>
              <a:ext cx="959773" cy="269060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33057" tIns="13223" rIns="33057" bIns="13223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いいえ</a:t>
              </a:r>
            </a:p>
          </p:txBody>
        </p:sp>
        <p:sp>
          <p:nvSpPr>
            <p:cNvPr id="117" name="edge_label_d61_17_OPERATION_O6_to_OPERATION_O1">
              <a:extLst>
                <a:ext uri="{FF2B5EF4-FFF2-40B4-BE49-F238E27FC236}">
                  <a16:creationId xmlns:a16="http://schemas.microsoft.com/office/drawing/2014/main" id="{2EF204D3-C245-C1D2-730C-7442C79F17B7}"/>
                </a:ext>
              </a:extLst>
            </p:cNvPr>
            <p:cNvSpPr txBox="1"/>
            <p:nvPr/>
          </p:nvSpPr>
          <p:spPr>
            <a:xfrm>
              <a:off x="10646533" y="6085658"/>
              <a:ext cx="876757" cy="259251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33057" tIns="13223" rIns="33057" bIns="13223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はい</a:t>
              </a:r>
            </a:p>
          </p:txBody>
        </p:sp>
        <p:sp>
          <p:nvSpPr>
            <p:cNvPr id="118" name="edge_label_d61_22_START_S4_to_START_S5">
              <a:extLst>
                <a:ext uri="{FF2B5EF4-FFF2-40B4-BE49-F238E27FC236}">
                  <a16:creationId xmlns:a16="http://schemas.microsoft.com/office/drawing/2014/main" id="{428098D0-3F60-7455-CD66-973ABE18911B}"/>
                </a:ext>
              </a:extLst>
            </p:cNvPr>
            <p:cNvSpPr txBox="1"/>
            <p:nvPr/>
          </p:nvSpPr>
          <p:spPr>
            <a:xfrm>
              <a:off x="3639259" y="5266743"/>
              <a:ext cx="960132" cy="273127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33057" tIns="13223" rIns="33057" bIns="13223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はい</a:t>
              </a:r>
            </a:p>
          </p:txBody>
        </p:sp>
        <p:sp>
          <p:nvSpPr>
            <p:cNvPr id="119" name="edge_label_d61_23_START_S4_to_START_START_ERROR">
              <a:extLst>
                <a:ext uri="{FF2B5EF4-FFF2-40B4-BE49-F238E27FC236}">
                  <a16:creationId xmlns:a16="http://schemas.microsoft.com/office/drawing/2014/main" id="{E79BD608-1D77-2E18-636B-69A81F0D9EA7}"/>
                </a:ext>
              </a:extLst>
            </p:cNvPr>
            <p:cNvSpPr txBox="1"/>
            <p:nvPr/>
          </p:nvSpPr>
          <p:spPr>
            <a:xfrm>
              <a:off x="1514569" y="6410954"/>
              <a:ext cx="943504" cy="271094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33057" tIns="13223" rIns="33057" bIns="13223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いいえ</a:t>
              </a:r>
            </a:p>
          </p:txBody>
        </p:sp>
        <p:sp>
          <p:nvSpPr>
            <p:cNvPr id="120" name="shape_comment_d61_OPERATION_O6">
              <a:extLst>
                <a:ext uri="{FF2B5EF4-FFF2-40B4-BE49-F238E27FC236}">
                  <a16:creationId xmlns:a16="http://schemas.microsoft.com/office/drawing/2014/main" id="{42793AC8-FF6A-2DAC-FE60-9D19A0ACCC20}"/>
                </a:ext>
              </a:extLst>
            </p:cNvPr>
            <p:cNvSpPr/>
            <p:nvPr/>
          </p:nvSpPr>
          <p:spPr>
            <a:xfrm>
              <a:off x="4718252" y="9310902"/>
              <a:ext cx="2550644" cy="1342323"/>
            </a:xfrm>
            <a:prstGeom prst="wedgeRoundRectCallout">
              <a:avLst>
                <a:gd name="adj1" fmla="val 61764"/>
                <a:gd name="adj2" fmla="val -94319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223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279" tIns="26445" rIns="46279" bIns="26445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失敗応答と通信失敗を区別します。
同期結果を確定できない
要求は自動再送しません。</a:t>
              </a:r>
            </a:p>
          </p:txBody>
        </p:sp>
        <p:sp>
          <p:nvSpPr>
            <p:cNvPr id="121" name="shape_comment_d61_STOP_T2">
              <a:extLst>
                <a:ext uri="{FF2B5EF4-FFF2-40B4-BE49-F238E27FC236}">
                  <a16:creationId xmlns:a16="http://schemas.microsoft.com/office/drawing/2014/main" id="{99C604DC-699D-D542-F602-C403BE0678AF}"/>
                </a:ext>
              </a:extLst>
            </p:cNvPr>
            <p:cNvSpPr/>
            <p:nvPr/>
          </p:nvSpPr>
          <p:spPr>
            <a:xfrm>
              <a:off x="16861193" y="604472"/>
              <a:ext cx="2669957" cy="821131"/>
            </a:xfrm>
            <a:prstGeom prst="wedgeRoundRectCallout">
              <a:avLst>
                <a:gd name="adj1" fmla="val -66072"/>
                <a:gd name="adj2" fmla="val 86375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223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279" tIns="26445" rIns="46279" bIns="26445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アプリが起動した所有
プロセスだけを停止対象とします。
既存プロセスは停止しません。</a:t>
              </a:r>
            </a:p>
          </p:txBody>
        </p:sp>
        <p:sp>
          <p:nvSpPr>
            <p:cNvPr id="122" name="shape_comment_d61_OPERATION_O3">
              <a:extLst>
                <a:ext uri="{FF2B5EF4-FFF2-40B4-BE49-F238E27FC236}">
                  <a16:creationId xmlns:a16="http://schemas.microsoft.com/office/drawing/2014/main" id="{7C6A9FF1-E828-F21B-2227-61507E1570FF}"/>
                </a:ext>
              </a:extLst>
            </p:cNvPr>
            <p:cNvSpPr/>
            <p:nvPr/>
          </p:nvSpPr>
          <p:spPr>
            <a:xfrm>
              <a:off x="4849695" y="2087624"/>
              <a:ext cx="2956713" cy="1053254"/>
            </a:xfrm>
            <a:prstGeom prst="wedgeRoundRectCallout">
              <a:avLst>
                <a:gd name="adj1" fmla="val 58704"/>
                <a:gd name="adj2" fmla="val -5532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223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279" tIns="26445" rIns="46279" bIns="26445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決済端末とレシートプリンターは</a:t>
              </a:r>
              <a:r>
                <a:rPr kumimoji="0" lang="en-US" altLang="ja-JP" sz="468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Windows OPOS</a:t>
              </a:r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を利用します。</a:t>
              </a:r>
            </a:p>
            <a:p>
              <a:pPr algn="l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Meiryo UI"/>
                  <a:ea typeface="Meiryo UI"/>
                </a:rPr>
                <a:t>デバイス処理結果はイベント受信処理へ通知します。</a:t>
              </a:r>
            </a:p>
          </p:txBody>
        </p:sp>
        <p:sp>
          <p:nvSpPr>
            <p:cNvPr id="123" name="shape_d61_START_S3" title="③ デバイスコネクタと 通信・デバイスを準備">
              <a:extLst>
                <a:ext uri="{FF2B5EF4-FFF2-40B4-BE49-F238E27FC236}">
                  <a16:creationId xmlns:a16="http://schemas.microsoft.com/office/drawing/2014/main" id="{72EF9921-4E43-2B83-F79E-0B3002AE46FA}"/>
                </a:ext>
              </a:extLst>
            </p:cNvPr>
            <p:cNvSpPr/>
            <p:nvPr/>
          </p:nvSpPr>
          <p:spPr>
            <a:xfrm>
              <a:off x="1099252" y="2950043"/>
              <a:ext cx="1927120" cy="590971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1.4</a:t>
              </a:r>
              <a:r>
                <a:rPr kumimoji="0" lang="vi-VN" altLang="ja-JP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 </a:t>
              </a:r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デバイスコネクタは
</a:t>
              </a:r>
              <a:r>
                <a:rPr kumimoji="0" lang="en-US" altLang="ja-JP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Mutex</a:t>
              </a:r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で二重起動防止</a:t>
              </a:r>
            </a:p>
          </p:txBody>
        </p:sp>
        <p:sp>
          <p:nvSpPr>
            <p:cNvPr id="124" name="shape_d61_START_S3" title="③ デバイスコネクタと 通信・デバイスを準備">
              <a:extLst>
                <a:ext uri="{FF2B5EF4-FFF2-40B4-BE49-F238E27FC236}">
                  <a16:creationId xmlns:a16="http://schemas.microsoft.com/office/drawing/2014/main" id="{28A6D25C-AB10-C0E8-BFC4-307AEC63E97D}"/>
                </a:ext>
              </a:extLst>
            </p:cNvPr>
            <p:cNvSpPr/>
            <p:nvPr/>
          </p:nvSpPr>
          <p:spPr>
            <a:xfrm>
              <a:off x="891384" y="3827780"/>
              <a:ext cx="2342594" cy="340921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1.5</a:t>
              </a:r>
              <a:r>
                <a:rPr kumimoji="0" lang="vi-VN" altLang="ja-JP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 </a:t>
              </a:r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通信・対象デバイスを準備</a:t>
              </a:r>
            </a:p>
          </p:txBody>
        </p:sp>
        <p:cxnSp>
          <p:nvCxnSpPr>
            <p:cNvPr id="125" name="edge_d61_21_START_S3_to_START_S4">
              <a:extLst>
                <a:ext uri="{FF2B5EF4-FFF2-40B4-BE49-F238E27FC236}">
                  <a16:creationId xmlns:a16="http://schemas.microsoft.com/office/drawing/2014/main" id="{D76EFEB5-A6AF-A655-1B16-909EF66DCB2A}"/>
                </a:ext>
              </a:extLst>
            </p:cNvPr>
            <p:cNvCxnSpPr>
              <a:cxnSpLocks/>
              <a:stCxn id="123" idx="2"/>
              <a:endCxn id="124" idx="0"/>
            </p:cNvCxnSpPr>
            <p:nvPr/>
          </p:nvCxnSpPr>
          <p:spPr>
            <a:xfrm flipH="1">
              <a:off x="2062680" y="3541014"/>
              <a:ext cx="133" cy="286767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edge_d61_21_START_S3_to_START_S4">
              <a:extLst>
                <a:ext uri="{FF2B5EF4-FFF2-40B4-BE49-F238E27FC236}">
                  <a16:creationId xmlns:a16="http://schemas.microsoft.com/office/drawing/2014/main" id="{CB80B826-DD22-08FA-220A-C72C3C065EB7}"/>
                </a:ext>
              </a:extLst>
            </p:cNvPr>
            <p:cNvCxnSpPr>
              <a:cxnSpLocks/>
              <a:stCxn id="81" idx="2"/>
              <a:endCxn id="123" idx="0"/>
            </p:cNvCxnSpPr>
            <p:nvPr/>
          </p:nvCxnSpPr>
          <p:spPr>
            <a:xfrm flipH="1">
              <a:off x="2062813" y="2686386"/>
              <a:ext cx="4706" cy="263657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link_9001">
              <a:extLst>
                <a:ext uri="{FF2B5EF4-FFF2-40B4-BE49-F238E27FC236}">
                  <a16:creationId xmlns:a16="http://schemas.microsoft.com/office/drawing/2014/main" id="{AC2DF892-ADF5-767F-9FA5-6074F4FF92F3}"/>
                </a:ext>
              </a:extLst>
            </p:cNvPr>
            <p:cNvSpPr/>
            <p:nvPr/>
          </p:nvSpPr>
          <p:spPr>
            <a:xfrm flipV="1">
              <a:off x="4868393" y="765855"/>
              <a:ext cx="3296923" cy="5714239"/>
            </a:xfrm>
            <a:prstGeom prst="bentConnector3">
              <a:avLst>
                <a:gd name="adj1" fmla="val 23000"/>
              </a:avLst>
            </a:prstGeom>
            <a:noFill/>
            <a:ln w="13223">
              <a:solidFill>
                <a:srgbClr val="548235"/>
              </a:solidFill>
              <a:prstDash val="solid"/>
              <a:tailEnd type="triangle"/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128" name="shape_d61_STOP_T4" title="④ 10秒以内に 終了したか">
              <a:extLst>
                <a:ext uri="{FF2B5EF4-FFF2-40B4-BE49-F238E27FC236}">
                  <a16:creationId xmlns:a16="http://schemas.microsoft.com/office/drawing/2014/main" id="{CE48A2FC-09FA-8035-4F82-06B40D304830}"/>
                </a:ext>
              </a:extLst>
            </p:cNvPr>
            <p:cNvSpPr/>
            <p:nvPr/>
          </p:nvSpPr>
          <p:spPr>
            <a:xfrm>
              <a:off x="14021617" y="5529353"/>
              <a:ext cx="2929241" cy="815556"/>
            </a:xfrm>
            <a:prstGeom prst="diamond">
              <a:avLst/>
            </a:prstGeom>
            <a:solidFill>
              <a:srgbClr val="FFF2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3.5 </a:t>
              </a:r>
              <a:r>
                <a:rPr kumimoji="0" lang="en-US" altLang="ja-JP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10</a:t>
              </a:r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秒以内に</a:t>
              </a:r>
            </a:p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終了したか</a:t>
              </a:r>
            </a:p>
          </p:txBody>
        </p:sp>
        <p:sp>
          <p:nvSpPr>
            <p:cNvPr id="129" name="shape_d61_STOP_T5" title="所有プロセスツリーを 強制終了">
              <a:extLst>
                <a:ext uri="{FF2B5EF4-FFF2-40B4-BE49-F238E27FC236}">
                  <a16:creationId xmlns:a16="http://schemas.microsoft.com/office/drawing/2014/main" id="{F6B009D8-6186-4F78-6381-DA2D2557450F}"/>
                </a:ext>
              </a:extLst>
            </p:cNvPr>
            <p:cNvSpPr/>
            <p:nvPr/>
          </p:nvSpPr>
          <p:spPr>
            <a:xfrm>
              <a:off x="14535275" y="7091064"/>
              <a:ext cx="1949256" cy="914400"/>
            </a:xfrm>
            <a:prstGeom prst="roundRect">
              <a:avLst/>
            </a:prstGeom>
            <a:solidFill>
              <a:srgbClr val="F4CC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3.6 所有プロセスツリーを</a:t>
              </a:r>
            </a:p>
            <a:p>
              <a:pPr algn="ctr"/>
              <a:r>
                <a:rPr kumimoji="0" lang="ja-JP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強制終了</a:t>
              </a:r>
            </a:p>
          </p:txBody>
        </p:sp>
        <p:sp>
          <p:nvSpPr>
            <p:cNvPr id="130" name="shape_d61_STOP_T6" title="終了処理完了">
              <a:extLst>
                <a:ext uri="{FF2B5EF4-FFF2-40B4-BE49-F238E27FC236}">
                  <a16:creationId xmlns:a16="http://schemas.microsoft.com/office/drawing/2014/main" id="{B1DFD561-EF9C-EB95-89B5-200B6697BB34}"/>
                </a:ext>
              </a:extLst>
            </p:cNvPr>
            <p:cNvSpPr/>
            <p:nvPr/>
          </p:nvSpPr>
          <p:spPr>
            <a:xfrm>
              <a:off x="14759852" y="8380572"/>
              <a:ext cx="1501305" cy="272554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zh-TW" altLang="en-US" sz="520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3.7 終了処理完了</a:t>
              </a:r>
              <a:endParaRPr kumimoji="0" lang="ja-JP" altLang="en-US" sz="520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131" name="shape_d61_STOP_T4_INSERTED" title="③ 停止要求を送信して 終了を監視">
              <a:extLst>
                <a:ext uri="{FF2B5EF4-FFF2-40B4-BE49-F238E27FC236}">
                  <a16:creationId xmlns:a16="http://schemas.microsoft.com/office/drawing/2014/main" id="{7794E4BA-18EA-7AFA-233F-564B118C9D59}"/>
                </a:ext>
              </a:extLst>
            </p:cNvPr>
            <p:cNvSpPr/>
            <p:nvPr/>
          </p:nvSpPr>
          <p:spPr>
            <a:xfrm>
              <a:off x="14273972" y="4469220"/>
              <a:ext cx="2413000" cy="787400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9668" tIns="19834" rIns="39668" bIns="1983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8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1.4 デバイスコネクタが</a:t>
              </a:r>
            </a:p>
            <a:p>
              <a:pPr algn="ctr"/>
              <a:r>
                <a:rPr kumimoji="0" lang="ja-JP" altLang="en-US" sz="48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接続とデバイスを停止</a:t>
              </a:r>
            </a:p>
          </p:txBody>
        </p:sp>
        <p:cxnSp>
          <p:nvCxnSpPr>
            <p:cNvPr id="132" name="edge_sync_stop_t3_t4">
              <a:extLst>
                <a:ext uri="{FF2B5EF4-FFF2-40B4-BE49-F238E27FC236}">
                  <a16:creationId xmlns:a16="http://schemas.microsoft.com/office/drawing/2014/main" id="{F98D9A36-B33A-2019-1412-C9D0A1C7DFDC}"/>
                </a:ext>
              </a:extLst>
            </p:cNvPr>
            <p:cNvCxnSpPr>
              <a:cxnSpLocks/>
              <a:stCxn id="80" idx="2"/>
              <a:endCxn id="131" idx="0"/>
            </p:cNvCxnSpPr>
            <p:nvPr/>
          </p:nvCxnSpPr>
          <p:spPr>
            <a:xfrm flipH="1">
              <a:off x="15480472" y="4198112"/>
              <a:ext cx="5766" cy="271109"/>
            </a:xfrm>
            <a:prstGeom prst="straightConnector1">
              <a:avLst/>
            </a:prstGeom>
            <a:ln w="9290">
              <a:solidFill>
                <a:srgbClr val="80726B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edge_sync_stop_t4_t5">
              <a:extLst>
                <a:ext uri="{FF2B5EF4-FFF2-40B4-BE49-F238E27FC236}">
                  <a16:creationId xmlns:a16="http://schemas.microsoft.com/office/drawing/2014/main" id="{7C9FC304-867F-32AD-F16D-56CF416F7598}"/>
                </a:ext>
              </a:extLst>
            </p:cNvPr>
            <p:cNvCxnSpPr>
              <a:cxnSpLocks/>
              <a:stCxn id="131" idx="2"/>
              <a:endCxn id="128" idx="0"/>
            </p:cNvCxnSpPr>
            <p:nvPr/>
          </p:nvCxnSpPr>
          <p:spPr>
            <a:xfrm>
              <a:off x="15480472" y="5256620"/>
              <a:ext cx="5766" cy="272733"/>
            </a:xfrm>
            <a:prstGeom prst="straightConnector1">
              <a:avLst/>
            </a:prstGeom>
            <a:ln w="9290">
              <a:solidFill>
                <a:srgbClr val="80726B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dge_d61_23_START_S4_to_START_START_ERROR" descr="いいえ" title="いいえ">
              <a:extLst>
                <a:ext uri="{FF2B5EF4-FFF2-40B4-BE49-F238E27FC236}">
                  <a16:creationId xmlns:a16="http://schemas.microsoft.com/office/drawing/2014/main" id="{379D1768-481D-403F-9433-1883EF4FD98E}"/>
                </a:ext>
              </a:extLst>
            </p:cNvPr>
            <p:cNvCxnSpPr>
              <a:cxnSpLocks/>
              <a:stCxn id="89" idx="1"/>
              <a:endCxn id="77" idx="2"/>
            </p:cNvCxnSpPr>
            <p:nvPr/>
          </p:nvCxnSpPr>
          <p:spPr>
            <a:xfrm rot="10800000" flipV="1">
              <a:off x="9152740" y="775507"/>
              <a:ext cx="5423922" cy="8277693"/>
            </a:xfrm>
            <a:prstGeom prst="bentConnector4">
              <a:avLst>
                <a:gd name="adj1" fmla="val 34437"/>
                <a:gd name="adj2" fmla="val 105663"/>
              </a:avLst>
            </a:prstGeom>
            <a:noFill/>
            <a:ln w="13223" cap="flat" cmpd="sng" algn="ctr">
              <a:solidFill>
                <a:srgbClr val="C00000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edge_label_d61_01_OPERATION_O6_to_STOP_T1">
              <a:extLst>
                <a:ext uri="{FF2B5EF4-FFF2-40B4-BE49-F238E27FC236}">
                  <a16:creationId xmlns:a16="http://schemas.microsoft.com/office/drawing/2014/main" id="{D25853A4-28F3-9C94-F06D-8BF2525AB5FB}"/>
                </a:ext>
              </a:extLst>
            </p:cNvPr>
            <p:cNvSpPr txBox="1"/>
            <p:nvPr/>
          </p:nvSpPr>
          <p:spPr>
            <a:xfrm>
              <a:off x="12252075" y="5058328"/>
              <a:ext cx="840154" cy="273487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33057" tIns="13223" rIns="33057" bIns="13223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68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iryo UI"/>
                  <a:ea typeface="Meiryo UI"/>
                </a:rPr>
                <a:t>いいえ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922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Microsoft Office PowerPoint</Application>
  <PresentationFormat>ユーザー設定</PresentationFormat>
  <Paragraphs>124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グエンホンソン</dc:creator>
  <cp:lastModifiedBy>グエンホンソン</cp:lastModifiedBy>
  <cp:revision>2</cp:revision>
  <dcterms:created xsi:type="dcterms:W3CDTF">2026-09-11T04:37:04Z</dcterms:created>
  <dcterms:modified xsi:type="dcterms:W3CDTF">2026-09-11T05:26:24Z</dcterms:modified>
</cp:coreProperties>
</file>