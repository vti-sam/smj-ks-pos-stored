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7160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5852160" cy="347472"/>
          </a:xfrm>
          <a:prstGeom prst="rect">
            <a:avLst/>
          </a:prstGeom>
          <a:solidFill>
            <a:srgbClr val="D9E2F3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600" b="1">
                <a:solidFill>
                  <a:srgbClr val="202020"/>
                </a:solidFill>
                <a:latin typeface="Meiryo UI"/>
              </a:defRPr>
            </a:pPr>
            <a:r>
              <a:t>deviceSpecifications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67512"/>
            <a:ext cx="685800" cy="274320"/>
          </a:xfrm>
          <a:prstGeom prst="rect">
            <a:avLst/>
          </a:prstGeom>
          <a:solidFill>
            <a:srgbClr val="E7E6E6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1">
                <a:solidFill>
                  <a:srgbClr val="202020"/>
                </a:solidFill>
                <a:latin typeface="Meiryo UI"/>
              </a:defRPr>
            </a:pPr>
            <a:r>
              <a:t>キー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667512"/>
            <a:ext cx="3703320" cy="274320"/>
          </a:xfrm>
          <a:prstGeom prst="rect">
            <a:avLst/>
          </a:prstGeom>
          <a:solidFill>
            <a:srgbClr val="E7E6E6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1">
                <a:solidFill>
                  <a:srgbClr val="202020"/>
                </a:solidFill>
                <a:latin typeface="Meiryo UI"/>
              </a:defRPr>
            </a:pPr>
            <a:r>
              <a:t>カラム名</a:t>
            </a:r>
          </a:p>
        </p:txBody>
      </p:sp>
      <p:sp>
        <p:nvSpPr>
          <p:cNvPr id="5" name="Rectangle 4"/>
          <p:cNvSpPr/>
          <p:nvPr/>
        </p:nvSpPr>
        <p:spPr>
          <a:xfrm>
            <a:off x="4709159" y="667512"/>
            <a:ext cx="1463040" cy="274320"/>
          </a:xfrm>
          <a:prstGeom prst="rect">
            <a:avLst/>
          </a:prstGeom>
          <a:solidFill>
            <a:srgbClr val="E7E6E6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1">
                <a:solidFill>
                  <a:srgbClr val="202020"/>
                </a:solidFill>
                <a:latin typeface="Meiryo UI"/>
              </a:defRPr>
            </a:pPr>
            <a:r>
              <a:t>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41832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PK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941832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deviceId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59" y="941832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88720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1005840" y="1188720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definitionOrder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59" y="1188720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INTEGER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435608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1005840" y="1435608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deviceName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59" y="1435608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682496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1005840" y="1682496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deviceType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59" y="1682496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929384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1005840" y="1929384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vendor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59" y="1929384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TEXT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176272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</a:p>
        </p:txBody>
      </p:sp>
      <p:sp>
        <p:nvSpPr>
          <p:cNvPr id="22" name="Rectangle 21"/>
          <p:cNvSpPr/>
          <p:nvPr/>
        </p:nvSpPr>
        <p:spPr>
          <a:xfrm>
            <a:off x="1005840" y="2176272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series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59" y="2176272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TEXT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423160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</a:p>
        </p:txBody>
      </p:sp>
      <p:sp>
        <p:nvSpPr>
          <p:cNvPr id="25" name="Rectangle 24"/>
          <p:cNvSpPr/>
          <p:nvPr/>
        </p:nvSpPr>
        <p:spPr>
          <a:xfrm>
            <a:off x="1005840" y="2423160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languageCode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59" y="2423160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TEXT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670048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</a:p>
        </p:txBody>
      </p:sp>
      <p:sp>
        <p:nvSpPr>
          <p:cNvPr id="28" name="Rectangle 27"/>
          <p:cNvSpPr/>
          <p:nvPr/>
        </p:nvSpPr>
        <p:spPr>
          <a:xfrm>
            <a:off x="1005840" y="2670048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targetOs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59" y="2670048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TEXT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916936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</a:p>
        </p:txBody>
      </p:sp>
      <p:sp>
        <p:nvSpPr>
          <p:cNvPr id="31" name="Rectangle 30"/>
          <p:cNvSpPr/>
          <p:nvPr/>
        </p:nvSpPr>
        <p:spPr>
          <a:xfrm>
            <a:off x="1005840" y="2916936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strategyClass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59" y="2916936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TEXT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79" y="320040"/>
            <a:ext cx="5852160" cy="347472"/>
          </a:xfrm>
          <a:prstGeom prst="rect">
            <a:avLst/>
          </a:prstGeom>
          <a:solidFill>
            <a:srgbClr val="D9E2F3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600" b="1">
                <a:solidFill>
                  <a:srgbClr val="202020"/>
                </a:solidFill>
                <a:latin typeface="Meiryo UI"/>
              </a:defRPr>
            </a:pPr>
            <a:r>
              <a:t>deviceConnectionSettings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79" y="667512"/>
            <a:ext cx="685800" cy="274320"/>
          </a:xfrm>
          <a:prstGeom prst="rect">
            <a:avLst/>
          </a:prstGeom>
          <a:solidFill>
            <a:srgbClr val="E7E6E6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1">
                <a:solidFill>
                  <a:srgbClr val="202020"/>
                </a:solidFill>
                <a:latin typeface="Meiryo UI"/>
              </a:defRPr>
            </a:pPr>
            <a:r>
              <a:t>キー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83879" y="667512"/>
            <a:ext cx="3703320" cy="274320"/>
          </a:xfrm>
          <a:prstGeom prst="rect">
            <a:avLst/>
          </a:prstGeom>
          <a:solidFill>
            <a:srgbClr val="E7E6E6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1">
                <a:solidFill>
                  <a:srgbClr val="202020"/>
                </a:solidFill>
                <a:latin typeface="Meiryo UI"/>
              </a:defRPr>
            </a:pPr>
            <a:r>
              <a:t>カラム名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887200" y="667512"/>
            <a:ext cx="1463040" cy="274320"/>
          </a:xfrm>
          <a:prstGeom prst="rect">
            <a:avLst/>
          </a:prstGeom>
          <a:solidFill>
            <a:srgbClr val="E7E6E6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1">
                <a:solidFill>
                  <a:srgbClr val="202020"/>
                </a:solidFill>
                <a:latin typeface="Meiryo UI"/>
              </a:defRPr>
            </a:pPr>
            <a:r>
              <a:t>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9" y="941832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PK,FK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3879" y="941832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deviceId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887200" y="941832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TEXT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79" y="1188720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</a:p>
        </p:txBody>
      </p:sp>
      <p:sp>
        <p:nvSpPr>
          <p:cNvPr id="41" name="Rectangle 40"/>
          <p:cNvSpPr/>
          <p:nvPr/>
        </p:nvSpPr>
        <p:spPr>
          <a:xfrm>
            <a:off x="8183879" y="1188720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connectionType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887200" y="1188720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TEXT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1435608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</a:p>
        </p:txBody>
      </p:sp>
      <p:sp>
        <p:nvSpPr>
          <p:cNvPr id="44" name="Rectangle 43"/>
          <p:cNvSpPr/>
          <p:nvPr/>
        </p:nvSpPr>
        <p:spPr>
          <a:xfrm>
            <a:off x="8183879" y="1435608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ipAddress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887200" y="1435608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TEXT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98079" y="1682496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</a:p>
        </p:txBody>
      </p:sp>
      <p:sp>
        <p:nvSpPr>
          <p:cNvPr id="47" name="Rectangle 46"/>
          <p:cNvSpPr/>
          <p:nvPr/>
        </p:nvSpPr>
        <p:spPr>
          <a:xfrm>
            <a:off x="8183879" y="1682496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portNumber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887200" y="1682496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INTEGER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79" y="1929384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</a:p>
        </p:txBody>
      </p:sp>
      <p:sp>
        <p:nvSpPr>
          <p:cNvPr id="50" name="Rectangle 49"/>
          <p:cNvSpPr/>
          <p:nvPr/>
        </p:nvSpPr>
        <p:spPr>
          <a:xfrm>
            <a:off x="8183879" y="1929384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comPort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887200" y="1929384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TEXT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98079" y="2176272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</a:p>
        </p:txBody>
      </p:sp>
      <p:sp>
        <p:nvSpPr>
          <p:cNvPr id="53" name="Rectangle 52"/>
          <p:cNvSpPr/>
          <p:nvPr/>
        </p:nvSpPr>
        <p:spPr>
          <a:xfrm>
            <a:off x="8183879" y="2176272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macAddress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887200" y="2176272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TEXT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98079" y="2423160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</a:p>
        </p:txBody>
      </p:sp>
      <p:sp>
        <p:nvSpPr>
          <p:cNvPr id="56" name="Rectangle 55"/>
          <p:cNvSpPr/>
          <p:nvPr/>
        </p:nvSpPr>
        <p:spPr>
          <a:xfrm>
            <a:off x="8183879" y="2423160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bluetoothAddress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887200" y="2423160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TEXT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98079" y="2670048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</a:p>
        </p:txBody>
      </p:sp>
      <p:sp>
        <p:nvSpPr>
          <p:cNvPr id="59" name="Rectangle 58"/>
          <p:cNvSpPr/>
          <p:nvPr/>
        </p:nvSpPr>
        <p:spPr>
          <a:xfrm>
            <a:off x="8183879" y="2670048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baudRate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887200" y="2670048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INTEGER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98079" y="2916936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</a:p>
        </p:txBody>
      </p:sp>
      <p:sp>
        <p:nvSpPr>
          <p:cNvPr id="62" name="Rectangle 61"/>
          <p:cNvSpPr/>
          <p:nvPr/>
        </p:nvSpPr>
        <p:spPr>
          <a:xfrm>
            <a:off x="8183879" y="2916936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parity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887200" y="2916936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TEXT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98079" y="3163824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</a:p>
        </p:txBody>
      </p:sp>
      <p:sp>
        <p:nvSpPr>
          <p:cNvPr id="65" name="Rectangle 64"/>
          <p:cNvSpPr/>
          <p:nvPr/>
        </p:nvSpPr>
        <p:spPr>
          <a:xfrm>
            <a:off x="8183879" y="3163824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dataBits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887200" y="3163824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INTEGER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98079" y="3410712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</a:p>
        </p:txBody>
      </p:sp>
      <p:sp>
        <p:nvSpPr>
          <p:cNvPr id="68" name="Rectangle 67"/>
          <p:cNvSpPr/>
          <p:nvPr/>
        </p:nvSpPr>
        <p:spPr>
          <a:xfrm>
            <a:off x="8183879" y="3410712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stopBits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887200" y="3410712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TEXT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498079" y="3657600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</a:p>
        </p:txBody>
      </p:sp>
      <p:sp>
        <p:nvSpPr>
          <p:cNvPr id="71" name="Rectangle 70"/>
          <p:cNvSpPr/>
          <p:nvPr/>
        </p:nvSpPr>
        <p:spPr>
          <a:xfrm>
            <a:off x="8183879" y="3657600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handshake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887200" y="3657600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TEXT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498079" y="3904487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</a:p>
        </p:txBody>
      </p:sp>
      <p:sp>
        <p:nvSpPr>
          <p:cNvPr id="74" name="Rectangle 73"/>
          <p:cNvSpPr/>
          <p:nvPr/>
        </p:nvSpPr>
        <p:spPr>
          <a:xfrm>
            <a:off x="8183879" y="3904487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isPrioritized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887200" y="3904487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INTEGER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4754880"/>
            <a:ext cx="5852160" cy="347472"/>
          </a:xfrm>
          <a:prstGeom prst="rect">
            <a:avLst/>
          </a:prstGeom>
          <a:solidFill>
            <a:srgbClr val="D9E2F3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600" b="1">
                <a:solidFill>
                  <a:srgbClr val="202020"/>
                </a:solidFill>
                <a:latin typeface="Meiryo UI"/>
              </a:defRPr>
            </a:pPr>
            <a:r>
              <a:t>activeDeviceMappings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5102352"/>
            <a:ext cx="685800" cy="274320"/>
          </a:xfrm>
          <a:prstGeom prst="rect">
            <a:avLst/>
          </a:prstGeom>
          <a:solidFill>
            <a:srgbClr val="E7E6E6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1">
                <a:solidFill>
                  <a:srgbClr val="202020"/>
                </a:solidFill>
                <a:latin typeface="Meiryo UI"/>
              </a:defRPr>
            </a:pPr>
            <a:r>
              <a:t>キー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05840" y="5102352"/>
            <a:ext cx="3703320" cy="274320"/>
          </a:xfrm>
          <a:prstGeom prst="rect">
            <a:avLst/>
          </a:prstGeom>
          <a:solidFill>
            <a:srgbClr val="E7E6E6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1">
                <a:solidFill>
                  <a:srgbClr val="202020"/>
                </a:solidFill>
                <a:latin typeface="Meiryo UI"/>
              </a:defRPr>
            </a:pPr>
            <a:r>
              <a:t>カラム名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709159" y="5102352"/>
            <a:ext cx="1463040" cy="274320"/>
          </a:xfrm>
          <a:prstGeom prst="rect">
            <a:avLst/>
          </a:prstGeom>
          <a:solidFill>
            <a:srgbClr val="E7E6E6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1">
                <a:solidFill>
                  <a:srgbClr val="202020"/>
                </a:solidFill>
                <a:latin typeface="Meiryo UI"/>
              </a:defRPr>
            </a:pPr>
            <a:r>
              <a:t>型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" y="5376672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PK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05840" y="5376672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deviceType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09159" y="5376672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TEXT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0040" y="5623560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PK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05840" y="5623560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targetOs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709159" y="5623560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TEXT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20040" y="5870448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PK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05840" y="5870448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selectionOrder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709159" y="5870448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INTEGER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0040" y="6117336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FK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05840" y="6117336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deviceId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709159" y="6117336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TEXT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498079" y="4754880"/>
            <a:ext cx="5852160" cy="347472"/>
          </a:xfrm>
          <a:prstGeom prst="rect">
            <a:avLst/>
          </a:prstGeom>
          <a:solidFill>
            <a:srgbClr val="D9E2F3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600" b="1">
                <a:solidFill>
                  <a:srgbClr val="202020"/>
                </a:solidFill>
                <a:latin typeface="Meiryo UI"/>
              </a:defRPr>
            </a:pPr>
            <a:r>
              <a:t>namedPipeSettings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498079" y="5102352"/>
            <a:ext cx="685800" cy="274320"/>
          </a:xfrm>
          <a:prstGeom prst="rect">
            <a:avLst/>
          </a:prstGeom>
          <a:solidFill>
            <a:srgbClr val="E7E6E6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1">
                <a:solidFill>
                  <a:srgbClr val="202020"/>
                </a:solidFill>
                <a:latin typeface="Meiryo UI"/>
              </a:defRPr>
            </a:pPr>
            <a:r>
              <a:t>キー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183879" y="5102352"/>
            <a:ext cx="3703320" cy="274320"/>
          </a:xfrm>
          <a:prstGeom prst="rect">
            <a:avLst/>
          </a:prstGeom>
          <a:solidFill>
            <a:srgbClr val="E7E6E6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1">
                <a:solidFill>
                  <a:srgbClr val="202020"/>
                </a:solidFill>
                <a:latin typeface="Meiryo UI"/>
              </a:defRPr>
            </a:pPr>
            <a:r>
              <a:t>カラム名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887200" y="5102352"/>
            <a:ext cx="1463040" cy="274320"/>
          </a:xfrm>
          <a:prstGeom prst="rect">
            <a:avLst/>
          </a:prstGeom>
          <a:solidFill>
            <a:srgbClr val="E7E6E6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1">
                <a:solidFill>
                  <a:srgbClr val="202020"/>
                </a:solidFill>
                <a:latin typeface="Meiryo UI"/>
              </a:defRPr>
            </a:pPr>
            <a:r>
              <a:t>型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498079" y="5376672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PK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183879" y="5376672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settingsId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1887200" y="5376672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INTEGER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498079" y="5623560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</a:p>
        </p:txBody>
      </p:sp>
      <p:sp>
        <p:nvSpPr>
          <p:cNvPr id="100" name="Rectangle 99"/>
          <p:cNvSpPr/>
          <p:nvPr/>
        </p:nvSpPr>
        <p:spPr>
          <a:xfrm>
            <a:off x="8183879" y="5623560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pipeName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1887200" y="5623560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TEXT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498079" y="5870448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</a:p>
        </p:txBody>
      </p:sp>
      <p:sp>
        <p:nvSpPr>
          <p:cNvPr id="103" name="Rectangle 102"/>
          <p:cNvSpPr/>
          <p:nvPr/>
        </p:nvSpPr>
        <p:spPr>
          <a:xfrm>
            <a:off x="8183879" y="5870448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connectionTimeoutMs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1887200" y="5870448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INTEGER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498079" y="6117336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</a:p>
        </p:txBody>
      </p:sp>
      <p:sp>
        <p:nvSpPr>
          <p:cNvPr id="106" name="Rectangle 105"/>
          <p:cNvSpPr/>
          <p:nvPr/>
        </p:nvSpPr>
        <p:spPr>
          <a:xfrm>
            <a:off x="8183879" y="6117336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responseTimeoutMs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1887200" y="6117336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INTEGER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498079" y="6364223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</a:p>
        </p:txBody>
      </p:sp>
      <p:sp>
        <p:nvSpPr>
          <p:cNvPr id="109" name="Rectangle 108"/>
          <p:cNvSpPr/>
          <p:nvPr/>
        </p:nvSpPr>
        <p:spPr>
          <a:xfrm>
            <a:off x="8183879" y="6364223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connectionRetryCount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1887200" y="6364223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INTEGER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498079" y="6611111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</a:p>
        </p:txBody>
      </p:sp>
      <p:sp>
        <p:nvSpPr>
          <p:cNvPr id="112" name="Rectangle 111"/>
          <p:cNvSpPr/>
          <p:nvPr/>
        </p:nvSpPr>
        <p:spPr>
          <a:xfrm>
            <a:off x="8183879" y="6611111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connectionRetryIntervalMs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1887200" y="6611111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INTEGER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498079" y="6857999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</a:p>
        </p:txBody>
      </p:sp>
      <p:sp>
        <p:nvSpPr>
          <p:cNvPr id="115" name="Rectangle 114"/>
          <p:cNvSpPr/>
          <p:nvPr/>
        </p:nvSpPr>
        <p:spPr>
          <a:xfrm>
            <a:off x="8183879" y="6857999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eventPipeName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1887200" y="6857999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TEXT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498079" y="7104887"/>
            <a:ext cx="68580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</a:p>
        </p:txBody>
      </p:sp>
      <p:sp>
        <p:nvSpPr>
          <p:cNvPr id="118" name="Rectangle 117"/>
          <p:cNvSpPr/>
          <p:nvPr/>
        </p:nvSpPr>
        <p:spPr>
          <a:xfrm>
            <a:off x="8183879" y="7104887"/>
            <a:ext cx="370332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eventReconnectIntervalMs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1887200" y="7104887"/>
            <a:ext cx="1463040" cy="24688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INTEGER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6172200" y="1060704"/>
            <a:ext cx="1325879" cy="0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6263640" y="603504"/>
            <a:ext cx="1143000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1 : 0..1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3246120" y="3163824"/>
            <a:ext cx="0" cy="1591056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ctangle 122"/>
          <p:cNvSpPr/>
          <p:nvPr/>
        </p:nvSpPr>
        <p:spPr>
          <a:xfrm>
            <a:off x="3383280" y="3840480"/>
            <a:ext cx="1188720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808080"/>
            </a:solidFill>
          </a:ln>
        </p:spPr>
        <p:txBody>
          <a:bodyPr rtlCol="0" anchor="ctr" tIns="25400" bIns="12700" lIns="76200" rIns="38100" wrap="none"/>
          <a:lstStyle/>
          <a:p>
            <a:pPr algn="ctr">
              <a:defRPr sz="1200" b="0">
                <a:solidFill>
                  <a:srgbClr val="202020"/>
                </a:solidFill>
                <a:latin typeface="Meiryo UI"/>
              </a:defRPr>
            </a:pPr>
            <a:r>
              <a:t>1 : 0..n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