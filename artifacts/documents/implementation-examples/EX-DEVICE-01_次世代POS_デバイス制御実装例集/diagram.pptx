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804400" cy="72263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B25BFA-8E9E-06FA-744B-2D54CCC06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5550" y="1182638"/>
            <a:ext cx="7353300" cy="2515823"/>
          </a:xfrm>
        </p:spPr>
        <p:txBody>
          <a:bodyPr anchor="b"/>
          <a:lstStyle>
            <a:lvl1pPr algn="ctr">
              <a:defRPr sz="482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D3EC60F-5D60-3435-0590-C3007B520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5550" y="3795481"/>
            <a:ext cx="7353300" cy="1744683"/>
          </a:xfrm>
        </p:spPr>
        <p:txBody>
          <a:bodyPr/>
          <a:lstStyle>
            <a:lvl1pPr marL="0" indent="0" algn="ctr">
              <a:buNone/>
              <a:defRPr sz="1930"/>
            </a:lvl1pPr>
            <a:lvl2pPr marL="367680" indent="0" algn="ctr">
              <a:buNone/>
              <a:defRPr sz="1608"/>
            </a:lvl2pPr>
            <a:lvl3pPr marL="735360" indent="0" algn="ctr">
              <a:buNone/>
              <a:defRPr sz="1448"/>
            </a:lvl3pPr>
            <a:lvl4pPr marL="1103041" indent="0" algn="ctr">
              <a:buNone/>
              <a:defRPr sz="1287"/>
            </a:lvl4pPr>
            <a:lvl5pPr marL="1470721" indent="0" algn="ctr">
              <a:buNone/>
              <a:defRPr sz="1287"/>
            </a:lvl5pPr>
            <a:lvl6pPr marL="1838401" indent="0" algn="ctr">
              <a:buNone/>
              <a:defRPr sz="1287"/>
            </a:lvl6pPr>
            <a:lvl7pPr marL="2206081" indent="0" algn="ctr">
              <a:buNone/>
              <a:defRPr sz="1287"/>
            </a:lvl7pPr>
            <a:lvl8pPr marL="2573762" indent="0" algn="ctr">
              <a:buNone/>
              <a:defRPr sz="1287"/>
            </a:lvl8pPr>
            <a:lvl9pPr marL="2941442" indent="0" algn="ctr">
              <a:buNone/>
              <a:defRPr sz="1287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B9BCA5-AA3B-DE1E-20E0-67D4BA05E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607A-BAC8-4599-86C2-533E6CEFC21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410518-1AE4-DAB6-659B-A9E7A8043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9B001-58A9-1C2E-1E17-27D2E30E1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7A22-E8AC-400A-AD09-6F29721662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2277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16122D-9932-03AA-7B08-6D1FCA7E9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D563FB-6BC8-B505-6E44-33BEA820D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06E20D-5150-6CEF-32C3-D09FBFE41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607A-BAC8-4599-86C2-533E6CEFC21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F5FC16-0CDA-EE12-52AA-3B402622D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33771D-119F-8A43-2045-9DCE3B867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7A22-E8AC-400A-AD09-6F29721662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5562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25F1EA-9758-DB0F-54B3-481368FD5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947" y="1801559"/>
            <a:ext cx="8456295" cy="3005940"/>
          </a:xfrm>
        </p:spPr>
        <p:txBody>
          <a:bodyPr anchor="b"/>
          <a:lstStyle>
            <a:lvl1pPr>
              <a:defRPr sz="482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9CE39D-E519-25F2-D31A-852A19182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947" y="4835936"/>
            <a:ext cx="8456295" cy="1580753"/>
          </a:xfrm>
        </p:spPr>
        <p:txBody>
          <a:bodyPr/>
          <a:lstStyle>
            <a:lvl1pPr marL="0" indent="0">
              <a:buNone/>
              <a:defRPr sz="1930">
                <a:solidFill>
                  <a:schemeClr val="tx1">
                    <a:tint val="82000"/>
                  </a:schemeClr>
                </a:solidFill>
              </a:defRPr>
            </a:lvl1pPr>
            <a:lvl2pPr marL="367680" indent="0">
              <a:buNone/>
              <a:defRPr sz="1608">
                <a:solidFill>
                  <a:schemeClr val="tx1">
                    <a:tint val="82000"/>
                  </a:schemeClr>
                </a:solidFill>
              </a:defRPr>
            </a:lvl2pPr>
            <a:lvl3pPr marL="735360" indent="0">
              <a:buNone/>
              <a:defRPr sz="1448">
                <a:solidFill>
                  <a:schemeClr val="tx1">
                    <a:tint val="82000"/>
                  </a:schemeClr>
                </a:solidFill>
              </a:defRPr>
            </a:lvl3pPr>
            <a:lvl4pPr marL="1103041" indent="0">
              <a:buNone/>
              <a:defRPr sz="1287">
                <a:solidFill>
                  <a:schemeClr val="tx1">
                    <a:tint val="82000"/>
                  </a:schemeClr>
                </a:solidFill>
              </a:defRPr>
            </a:lvl4pPr>
            <a:lvl5pPr marL="1470721" indent="0">
              <a:buNone/>
              <a:defRPr sz="1287">
                <a:solidFill>
                  <a:schemeClr val="tx1">
                    <a:tint val="82000"/>
                  </a:schemeClr>
                </a:solidFill>
              </a:defRPr>
            </a:lvl5pPr>
            <a:lvl6pPr marL="1838401" indent="0">
              <a:buNone/>
              <a:defRPr sz="1287">
                <a:solidFill>
                  <a:schemeClr val="tx1">
                    <a:tint val="82000"/>
                  </a:schemeClr>
                </a:solidFill>
              </a:defRPr>
            </a:lvl6pPr>
            <a:lvl7pPr marL="2206081" indent="0">
              <a:buNone/>
              <a:defRPr sz="1287">
                <a:solidFill>
                  <a:schemeClr val="tx1">
                    <a:tint val="82000"/>
                  </a:schemeClr>
                </a:solidFill>
              </a:defRPr>
            </a:lvl7pPr>
            <a:lvl8pPr marL="2573762" indent="0">
              <a:buNone/>
              <a:defRPr sz="1287">
                <a:solidFill>
                  <a:schemeClr val="tx1">
                    <a:tint val="82000"/>
                  </a:schemeClr>
                </a:solidFill>
              </a:defRPr>
            </a:lvl8pPr>
            <a:lvl9pPr marL="2941442" indent="0">
              <a:buNone/>
              <a:defRPr sz="128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479647-E5EF-CEE1-73D1-D14724949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607A-BAC8-4599-86C2-533E6CEFC21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02C7A0-8693-DABE-820A-14EAA6F69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452E04-4234-8A21-BC16-18BD77BD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7A22-E8AC-400A-AD09-6F29721662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9918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3AEBD1-93C0-62A7-BEC5-BA2050013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6586EC-F74A-DB1D-AD5E-FD14CF062A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4053" y="1923668"/>
            <a:ext cx="4166870" cy="4585021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89938B7-2EF3-AF5F-7852-89E0C3056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63478" y="1923668"/>
            <a:ext cx="4166870" cy="4585021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7F677E-647F-43CD-BCE9-2C85F124C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607A-BAC8-4599-86C2-533E6CEFC21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22BE2BD-69E6-833C-5A6B-C7ED2C3C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EC781D2-0BFF-9A13-0EB6-102073FE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7A22-E8AC-400A-AD09-6F29721662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7605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27C89E-1EEB-B8BF-F972-C73749D0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31" y="384735"/>
            <a:ext cx="8456295" cy="1396751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C9AD9B-C987-DCC0-5C5A-3088A21E9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330" y="1771448"/>
            <a:ext cx="4147720" cy="868159"/>
          </a:xfrm>
        </p:spPr>
        <p:txBody>
          <a:bodyPr anchor="b"/>
          <a:lstStyle>
            <a:lvl1pPr marL="0" indent="0">
              <a:buNone/>
              <a:defRPr sz="1930" b="1"/>
            </a:lvl1pPr>
            <a:lvl2pPr marL="367680" indent="0">
              <a:buNone/>
              <a:defRPr sz="1608" b="1"/>
            </a:lvl2pPr>
            <a:lvl3pPr marL="735360" indent="0">
              <a:buNone/>
              <a:defRPr sz="1448" b="1"/>
            </a:lvl3pPr>
            <a:lvl4pPr marL="1103041" indent="0">
              <a:buNone/>
              <a:defRPr sz="1287" b="1"/>
            </a:lvl4pPr>
            <a:lvl5pPr marL="1470721" indent="0">
              <a:buNone/>
              <a:defRPr sz="1287" b="1"/>
            </a:lvl5pPr>
            <a:lvl6pPr marL="1838401" indent="0">
              <a:buNone/>
              <a:defRPr sz="1287" b="1"/>
            </a:lvl6pPr>
            <a:lvl7pPr marL="2206081" indent="0">
              <a:buNone/>
              <a:defRPr sz="1287" b="1"/>
            </a:lvl7pPr>
            <a:lvl8pPr marL="2573762" indent="0">
              <a:buNone/>
              <a:defRPr sz="1287" b="1"/>
            </a:lvl8pPr>
            <a:lvl9pPr marL="2941442" indent="0">
              <a:buNone/>
              <a:defRPr sz="1287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F453697-A333-3CFE-ACD7-190E2E33C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330" y="2639607"/>
            <a:ext cx="4147720" cy="388246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09A2479-EE2F-A5A6-87AB-49D7312BB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63479" y="1771448"/>
            <a:ext cx="4168147" cy="868159"/>
          </a:xfrm>
        </p:spPr>
        <p:txBody>
          <a:bodyPr anchor="b"/>
          <a:lstStyle>
            <a:lvl1pPr marL="0" indent="0">
              <a:buNone/>
              <a:defRPr sz="1930" b="1"/>
            </a:lvl1pPr>
            <a:lvl2pPr marL="367680" indent="0">
              <a:buNone/>
              <a:defRPr sz="1608" b="1"/>
            </a:lvl2pPr>
            <a:lvl3pPr marL="735360" indent="0">
              <a:buNone/>
              <a:defRPr sz="1448" b="1"/>
            </a:lvl3pPr>
            <a:lvl4pPr marL="1103041" indent="0">
              <a:buNone/>
              <a:defRPr sz="1287" b="1"/>
            </a:lvl4pPr>
            <a:lvl5pPr marL="1470721" indent="0">
              <a:buNone/>
              <a:defRPr sz="1287" b="1"/>
            </a:lvl5pPr>
            <a:lvl6pPr marL="1838401" indent="0">
              <a:buNone/>
              <a:defRPr sz="1287" b="1"/>
            </a:lvl6pPr>
            <a:lvl7pPr marL="2206081" indent="0">
              <a:buNone/>
              <a:defRPr sz="1287" b="1"/>
            </a:lvl7pPr>
            <a:lvl8pPr marL="2573762" indent="0">
              <a:buNone/>
              <a:defRPr sz="1287" b="1"/>
            </a:lvl8pPr>
            <a:lvl9pPr marL="2941442" indent="0">
              <a:buNone/>
              <a:defRPr sz="1287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606A316-0FAA-F32F-AB07-64F3A479C4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63479" y="2639607"/>
            <a:ext cx="4168147" cy="388246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95B8C01-17FC-AB9A-640E-F7DF6535D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607A-BAC8-4599-86C2-533E6CEFC21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821981C-B197-1BCA-9214-7668E3A4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B87D2A4-0239-8A7E-5DA7-5D36B308F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7A22-E8AC-400A-AD09-6F29721662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006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B72E78-7BB7-A415-073C-603758EC8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704F56F-F411-AE3B-CEB6-42D706F1D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607A-BAC8-4599-86C2-533E6CEFC21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15EEED2-D745-161E-8AD7-A8DAC6DEC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799D5B3-C050-450D-4762-630F9167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7A22-E8AC-400A-AD09-6F29721662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8540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26EE9C4-1285-D24A-F21A-3F5FD6F36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607A-BAC8-4599-86C2-533E6CEFC21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857EE33-9B58-2D72-7E04-53E1F62D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602018-6789-11E3-DB73-F598AC2A6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7A22-E8AC-400A-AD09-6F29721662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911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A3846B-E6F4-E7E6-746D-5098A54F0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30" y="481753"/>
            <a:ext cx="3162174" cy="1686137"/>
          </a:xfrm>
        </p:spPr>
        <p:txBody>
          <a:bodyPr anchor="b"/>
          <a:lstStyle>
            <a:lvl1pPr>
              <a:defRPr sz="2573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E65C6F-DF04-14D1-8086-931E21424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8147" y="1040455"/>
            <a:ext cx="4963478" cy="5135357"/>
          </a:xfrm>
        </p:spPr>
        <p:txBody>
          <a:bodyPr/>
          <a:lstStyle>
            <a:lvl1pPr>
              <a:defRPr sz="2573"/>
            </a:lvl1pPr>
            <a:lvl2pPr>
              <a:defRPr sz="2252"/>
            </a:lvl2pPr>
            <a:lvl3pPr>
              <a:defRPr sz="1930"/>
            </a:lvl3pPr>
            <a:lvl4pPr>
              <a:defRPr sz="1608"/>
            </a:lvl4pPr>
            <a:lvl5pPr>
              <a:defRPr sz="1608"/>
            </a:lvl5pPr>
            <a:lvl6pPr>
              <a:defRPr sz="1608"/>
            </a:lvl6pPr>
            <a:lvl7pPr>
              <a:defRPr sz="1608"/>
            </a:lvl7pPr>
            <a:lvl8pPr>
              <a:defRPr sz="1608"/>
            </a:lvl8pPr>
            <a:lvl9pPr>
              <a:defRPr sz="1608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B6DDEAF-CE3A-00A6-6DC3-6DE80ACB2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5330" y="2167890"/>
            <a:ext cx="3162174" cy="4016284"/>
          </a:xfrm>
        </p:spPr>
        <p:txBody>
          <a:bodyPr/>
          <a:lstStyle>
            <a:lvl1pPr marL="0" indent="0">
              <a:buNone/>
              <a:defRPr sz="1287"/>
            </a:lvl1pPr>
            <a:lvl2pPr marL="367680" indent="0">
              <a:buNone/>
              <a:defRPr sz="1126"/>
            </a:lvl2pPr>
            <a:lvl3pPr marL="735360" indent="0">
              <a:buNone/>
              <a:defRPr sz="965"/>
            </a:lvl3pPr>
            <a:lvl4pPr marL="1103041" indent="0">
              <a:buNone/>
              <a:defRPr sz="804"/>
            </a:lvl4pPr>
            <a:lvl5pPr marL="1470721" indent="0">
              <a:buNone/>
              <a:defRPr sz="804"/>
            </a:lvl5pPr>
            <a:lvl6pPr marL="1838401" indent="0">
              <a:buNone/>
              <a:defRPr sz="804"/>
            </a:lvl6pPr>
            <a:lvl7pPr marL="2206081" indent="0">
              <a:buNone/>
              <a:defRPr sz="804"/>
            </a:lvl7pPr>
            <a:lvl8pPr marL="2573762" indent="0">
              <a:buNone/>
              <a:defRPr sz="804"/>
            </a:lvl8pPr>
            <a:lvl9pPr marL="2941442" indent="0">
              <a:buNone/>
              <a:defRPr sz="804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C983106-8BAC-290C-5C36-A525CC466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607A-BAC8-4599-86C2-533E6CEFC21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129033-C157-E500-75F5-C46016EB0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AE2F0FF-E5CA-E906-86A7-1F6BE220D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7A22-E8AC-400A-AD09-6F29721662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1823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B2BC8E-F120-0B8F-9F90-987B46A7C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30" y="481753"/>
            <a:ext cx="3162174" cy="1686137"/>
          </a:xfrm>
        </p:spPr>
        <p:txBody>
          <a:bodyPr anchor="b"/>
          <a:lstStyle>
            <a:lvl1pPr>
              <a:defRPr sz="2573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B01F491-B5A9-45E2-D8F8-DA917FF931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68147" y="1040455"/>
            <a:ext cx="4963478" cy="5135357"/>
          </a:xfrm>
        </p:spPr>
        <p:txBody>
          <a:bodyPr/>
          <a:lstStyle>
            <a:lvl1pPr marL="0" indent="0">
              <a:buNone/>
              <a:defRPr sz="2573"/>
            </a:lvl1pPr>
            <a:lvl2pPr marL="367680" indent="0">
              <a:buNone/>
              <a:defRPr sz="2252"/>
            </a:lvl2pPr>
            <a:lvl3pPr marL="735360" indent="0">
              <a:buNone/>
              <a:defRPr sz="1930"/>
            </a:lvl3pPr>
            <a:lvl4pPr marL="1103041" indent="0">
              <a:buNone/>
              <a:defRPr sz="1608"/>
            </a:lvl4pPr>
            <a:lvl5pPr marL="1470721" indent="0">
              <a:buNone/>
              <a:defRPr sz="1608"/>
            </a:lvl5pPr>
            <a:lvl6pPr marL="1838401" indent="0">
              <a:buNone/>
              <a:defRPr sz="1608"/>
            </a:lvl6pPr>
            <a:lvl7pPr marL="2206081" indent="0">
              <a:buNone/>
              <a:defRPr sz="1608"/>
            </a:lvl7pPr>
            <a:lvl8pPr marL="2573762" indent="0">
              <a:buNone/>
              <a:defRPr sz="1608"/>
            </a:lvl8pPr>
            <a:lvl9pPr marL="2941442" indent="0">
              <a:buNone/>
              <a:defRPr sz="1608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9427143-EFAC-7661-F187-2E32EF9A9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5330" y="2167890"/>
            <a:ext cx="3162174" cy="4016284"/>
          </a:xfrm>
        </p:spPr>
        <p:txBody>
          <a:bodyPr/>
          <a:lstStyle>
            <a:lvl1pPr marL="0" indent="0">
              <a:buNone/>
              <a:defRPr sz="1287"/>
            </a:lvl1pPr>
            <a:lvl2pPr marL="367680" indent="0">
              <a:buNone/>
              <a:defRPr sz="1126"/>
            </a:lvl2pPr>
            <a:lvl3pPr marL="735360" indent="0">
              <a:buNone/>
              <a:defRPr sz="965"/>
            </a:lvl3pPr>
            <a:lvl4pPr marL="1103041" indent="0">
              <a:buNone/>
              <a:defRPr sz="804"/>
            </a:lvl4pPr>
            <a:lvl5pPr marL="1470721" indent="0">
              <a:buNone/>
              <a:defRPr sz="804"/>
            </a:lvl5pPr>
            <a:lvl6pPr marL="1838401" indent="0">
              <a:buNone/>
              <a:defRPr sz="804"/>
            </a:lvl6pPr>
            <a:lvl7pPr marL="2206081" indent="0">
              <a:buNone/>
              <a:defRPr sz="804"/>
            </a:lvl7pPr>
            <a:lvl8pPr marL="2573762" indent="0">
              <a:buNone/>
              <a:defRPr sz="804"/>
            </a:lvl8pPr>
            <a:lvl9pPr marL="2941442" indent="0">
              <a:buNone/>
              <a:defRPr sz="804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05DFB0C-A5E1-300D-571F-A01386443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607A-BAC8-4599-86C2-533E6CEFC21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555431-8876-492A-7A4C-18DFF7AD1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3E8208-1881-B41F-19E4-BCEA75156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7A22-E8AC-400A-AD09-6F29721662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4564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4248C2-5EC2-7865-ABF7-AB7A35CF3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CCC671-6D88-7D87-0D95-96DC63455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C775CF-B977-F23F-8FF2-BEE28FEF9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607A-BAC8-4599-86C2-533E6CEFC21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E11D0F-C91C-4C8F-7D9B-4D45A33D6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239E97-954A-118A-09C5-D01158A8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7A22-E8AC-400A-AD09-6F29721662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668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59702DC-654D-D573-41EF-90C727B79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16274" y="384734"/>
            <a:ext cx="2114074" cy="612395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3121A7-8E61-2AD9-5588-8CA5369BA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74053" y="384734"/>
            <a:ext cx="6219666" cy="612395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C31531-B75B-03F9-982A-CAC18DA79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607A-BAC8-4599-86C2-533E6CEFC21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EF0F45-4785-EB64-665B-B5BBB6E33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F050D4-F146-5E9F-005C-51B745BD1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7A22-E8AC-400A-AD09-6F29721662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2333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0609008-8E38-9889-659F-BC0084CB7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54" y="384735"/>
            <a:ext cx="8456295" cy="139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4EB3F9-3583-21F4-562D-50D2A71C7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054" y="1923668"/>
            <a:ext cx="8456295" cy="4585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D24140-53DA-3F73-F605-1A509B3857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4053" y="6697711"/>
            <a:ext cx="2205990" cy="384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57607A-BAC8-4599-86C2-533E6CEFC21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3C4D38-58EA-2768-731B-B5BC99C03E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7709" y="6697711"/>
            <a:ext cx="3308985" cy="384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FAB60D-05AB-1C60-BD88-7F9C51DC1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24358" y="6697711"/>
            <a:ext cx="2205990" cy="384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47A22-E8AC-400A-AD09-6F29721662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4513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35360" rtl="0" eaLnBrk="1" latinLnBrk="0" hangingPunct="1">
        <a:lnSpc>
          <a:spcPct val="90000"/>
        </a:lnSpc>
        <a:spcBef>
          <a:spcPct val="0"/>
        </a:spcBef>
        <a:buNone/>
        <a:defRPr kumimoji="1" sz="35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3840" indent="-183840" algn="l" defTabSz="735360" rtl="0" eaLnBrk="1" latinLnBrk="0" hangingPunct="1">
        <a:lnSpc>
          <a:spcPct val="90000"/>
        </a:lnSpc>
        <a:spcBef>
          <a:spcPts val="804"/>
        </a:spcBef>
        <a:buFont typeface="Arial" panose="020B0604020202020204" pitchFamily="34" charset="0"/>
        <a:buChar char="•"/>
        <a:defRPr kumimoji="1" sz="2252" kern="1200">
          <a:solidFill>
            <a:schemeClr val="tx1"/>
          </a:solidFill>
          <a:latin typeface="+mn-lt"/>
          <a:ea typeface="+mn-ea"/>
          <a:cs typeface="+mn-cs"/>
        </a:defRPr>
      </a:lvl1pPr>
      <a:lvl2pPr marL="551520" indent="-183840" algn="l" defTabSz="735360" rtl="0" eaLnBrk="1" latinLnBrk="0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kumimoji="1" sz="1930" kern="1200">
          <a:solidFill>
            <a:schemeClr val="tx1"/>
          </a:solidFill>
          <a:latin typeface="+mn-lt"/>
          <a:ea typeface="+mn-ea"/>
          <a:cs typeface="+mn-cs"/>
        </a:defRPr>
      </a:lvl2pPr>
      <a:lvl3pPr marL="919201" indent="-183840" algn="l" defTabSz="735360" rtl="0" eaLnBrk="1" latinLnBrk="0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kumimoji="1" sz="1608" kern="1200">
          <a:solidFill>
            <a:schemeClr val="tx1"/>
          </a:solidFill>
          <a:latin typeface="+mn-lt"/>
          <a:ea typeface="+mn-ea"/>
          <a:cs typeface="+mn-cs"/>
        </a:defRPr>
      </a:lvl3pPr>
      <a:lvl4pPr marL="1286881" indent="-183840" algn="l" defTabSz="735360" rtl="0" eaLnBrk="1" latinLnBrk="0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kumimoji="1" sz="1448" kern="1200">
          <a:solidFill>
            <a:schemeClr val="tx1"/>
          </a:solidFill>
          <a:latin typeface="+mn-lt"/>
          <a:ea typeface="+mn-ea"/>
          <a:cs typeface="+mn-cs"/>
        </a:defRPr>
      </a:lvl4pPr>
      <a:lvl5pPr marL="1654561" indent="-183840" algn="l" defTabSz="735360" rtl="0" eaLnBrk="1" latinLnBrk="0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kumimoji="1" sz="1448" kern="1200">
          <a:solidFill>
            <a:schemeClr val="tx1"/>
          </a:solidFill>
          <a:latin typeface="+mn-lt"/>
          <a:ea typeface="+mn-ea"/>
          <a:cs typeface="+mn-cs"/>
        </a:defRPr>
      </a:lvl5pPr>
      <a:lvl6pPr marL="2022241" indent="-183840" algn="l" defTabSz="735360" rtl="0" eaLnBrk="1" latinLnBrk="0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kumimoji="1" sz="1448" kern="1200">
          <a:solidFill>
            <a:schemeClr val="tx1"/>
          </a:solidFill>
          <a:latin typeface="+mn-lt"/>
          <a:ea typeface="+mn-ea"/>
          <a:cs typeface="+mn-cs"/>
        </a:defRPr>
      </a:lvl6pPr>
      <a:lvl7pPr marL="2389922" indent="-183840" algn="l" defTabSz="735360" rtl="0" eaLnBrk="1" latinLnBrk="0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kumimoji="1" sz="1448" kern="1200">
          <a:solidFill>
            <a:schemeClr val="tx1"/>
          </a:solidFill>
          <a:latin typeface="+mn-lt"/>
          <a:ea typeface="+mn-ea"/>
          <a:cs typeface="+mn-cs"/>
        </a:defRPr>
      </a:lvl7pPr>
      <a:lvl8pPr marL="2757602" indent="-183840" algn="l" defTabSz="735360" rtl="0" eaLnBrk="1" latinLnBrk="0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kumimoji="1" sz="1448" kern="1200">
          <a:solidFill>
            <a:schemeClr val="tx1"/>
          </a:solidFill>
          <a:latin typeface="+mn-lt"/>
          <a:ea typeface="+mn-ea"/>
          <a:cs typeface="+mn-cs"/>
        </a:defRPr>
      </a:lvl8pPr>
      <a:lvl9pPr marL="3125282" indent="-183840" algn="l" defTabSz="735360" rtl="0" eaLnBrk="1" latinLnBrk="0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kumimoji="1" sz="14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35360" rtl="0" eaLnBrk="1" latinLnBrk="0" hangingPunct="1">
        <a:defRPr kumimoji="1" sz="1448" kern="1200">
          <a:solidFill>
            <a:schemeClr val="tx1"/>
          </a:solidFill>
          <a:latin typeface="+mn-lt"/>
          <a:ea typeface="+mn-ea"/>
          <a:cs typeface="+mn-cs"/>
        </a:defRPr>
      </a:lvl1pPr>
      <a:lvl2pPr marL="367680" algn="l" defTabSz="735360" rtl="0" eaLnBrk="1" latinLnBrk="0" hangingPunct="1">
        <a:defRPr kumimoji="1" sz="1448" kern="1200">
          <a:solidFill>
            <a:schemeClr val="tx1"/>
          </a:solidFill>
          <a:latin typeface="+mn-lt"/>
          <a:ea typeface="+mn-ea"/>
          <a:cs typeface="+mn-cs"/>
        </a:defRPr>
      </a:lvl2pPr>
      <a:lvl3pPr marL="735360" algn="l" defTabSz="735360" rtl="0" eaLnBrk="1" latinLnBrk="0" hangingPunct="1">
        <a:defRPr kumimoji="1" sz="1448" kern="1200">
          <a:solidFill>
            <a:schemeClr val="tx1"/>
          </a:solidFill>
          <a:latin typeface="+mn-lt"/>
          <a:ea typeface="+mn-ea"/>
          <a:cs typeface="+mn-cs"/>
        </a:defRPr>
      </a:lvl3pPr>
      <a:lvl4pPr marL="1103041" algn="l" defTabSz="735360" rtl="0" eaLnBrk="1" latinLnBrk="0" hangingPunct="1">
        <a:defRPr kumimoji="1" sz="1448" kern="1200">
          <a:solidFill>
            <a:schemeClr val="tx1"/>
          </a:solidFill>
          <a:latin typeface="+mn-lt"/>
          <a:ea typeface="+mn-ea"/>
          <a:cs typeface="+mn-cs"/>
        </a:defRPr>
      </a:lvl4pPr>
      <a:lvl5pPr marL="1470721" algn="l" defTabSz="735360" rtl="0" eaLnBrk="1" latinLnBrk="0" hangingPunct="1">
        <a:defRPr kumimoji="1" sz="1448" kern="1200">
          <a:solidFill>
            <a:schemeClr val="tx1"/>
          </a:solidFill>
          <a:latin typeface="+mn-lt"/>
          <a:ea typeface="+mn-ea"/>
          <a:cs typeface="+mn-cs"/>
        </a:defRPr>
      </a:lvl5pPr>
      <a:lvl6pPr marL="1838401" algn="l" defTabSz="735360" rtl="0" eaLnBrk="1" latinLnBrk="0" hangingPunct="1">
        <a:defRPr kumimoji="1" sz="1448" kern="1200">
          <a:solidFill>
            <a:schemeClr val="tx1"/>
          </a:solidFill>
          <a:latin typeface="+mn-lt"/>
          <a:ea typeface="+mn-ea"/>
          <a:cs typeface="+mn-cs"/>
        </a:defRPr>
      </a:lvl6pPr>
      <a:lvl7pPr marL="2206081" algn="l" defTabSz="735360" rtl="0" eaLnBrk="1" latinLnBrk="0" hangingPunct="1">
        <a:defRPr kumimoji="1" sz="1448" kern="1200">
          <a:solidFill>
            <a:schemeClr val="tx1"/>
          </a:solidFill>
          <a:latin typeface="+mn-lt"/>
          <a:ea typeface="+mn-ea"/>
          <a:cs typeface="+mn-cs"/>
        </a:defRPr>
      </a:lvl7pPr>
      <a:lvl8pPr marL="2573762" algn="l" defTabSz="735360" rtl="0" eaLnBrk="1" latinLnBrk="0" hangingPunct="1">
        <a:defRPr kumimoji="1" sz="1448" kern="1200">
          <a:solidFill>
            <a:schemeClr val="tx1"/>
          </a:solidFill>
          <a:latin typeface="+mn-lt"/>
          <a:ea typeface="+mn-ea"/>
          <a:cs typeface="+mn-cs"/>
        </a:defRPr>
      </a:lvl8pPr>
      <a:lvl9pPr marL="2941442" algn="l" defTabSz="735360" rtl="0" eaLnBrk="1" latinLnBrk="0" hangingPunct="1">
        <a:defRPr kumimoji="1" sz="14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ImportedDiagram_2">
            <a:extLst>
              <a:ext uri="{FF2B5EF4-FFF2-40B4-BE49-F238E27FC236}">
                <a16:creationId xmlns:a16="http://schemas.microsoft.com/office/drawing/2014/main" id="{7E717D66-7085-4843-AF94-5689D495F97D}"/>
              </a:ext>
            </a:extLst>
          </p:cNvPr>
          <p:cNvGrpSpPr/>
          <p:nvPr/>
        </p:nvGrpSpPr>
        <p:grpSpPr>
          <a:xfrm>
            <a:off x="254000" y="254000"/>
            <a:ext cx="7477313" cy="5278484"/>
            <a:chOff x="320040" y="228600"/>
            <a:chExt cx="18745199" cy="13232865"/>
          </a:xfrm>
        </p:grpSpPr>
        <p:sp>
          <p:nvSpPr>
            <p:cNvPr id="3" name="Stage 2.1 background">
              <a:extLst>
                <a:ext uri="{FF2B5EF4-FFF2-40B4-BE49-F238E27FC236}">
                  <a16:creationId xmlns:a16="http://schemas.microsoft.com/office/drawing/2014/main" id="{D3C76A22-AADC-4FEA-8408-A184276E1F88}"/>
                </a:ext>
              </a:extLst>
            </p:cNvPr>
            <p:cNvSpPr/>
            <p:nvPr/>
          </p:nvSpPr>
          <p:spPr>
            <a:xfrm>
              <a:off x="1600200" y="1810511"/>
              <a:ext cx="5440680" cy="905257"/>
            </a:xfrm>
            <a:prstGeom prst="rect">
              <a:avLst/>
            </a:prstGeom>
            <a:noFill/>
            <a:ln w="7875">
              <a:solidFill>
                <a:srgbClr val="71809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885"/>
            </a:p>
          </p:txBody>
        </p:sp>
        <p:sp>
          <p:nvSpPr>
            <p:cNvPr id="4" name="Stage 2.2 background">
              <a:extLst>
                <a:ext uri="{FF2B5EF4-FFF2-40B4-BE49-F238E27FC236}">
                  <a16:creationId xmlns:a16="http://schemas.microsoft.com/office/drawing/2014/main" id="{FD9C34C3-AB43-35D4-2EFA-2BC737C95FE1}"/>
                </a:ext>
              </a:extLst>
            </p:cNvPr>
            <p:cNvSpPr/>
            <p:nvPr/>
          </p:nvSpPr>
          <p:spPr>
            <a:xfrm>
              <a:off x="1600200" y="2770632"/>
              <a:ext cx="10927079" cy="3017520"/>
            </a:xfrm>
            <a:prstGeom prst="rect">
              <a:avLst/>
            </a:prstGeom>
            <a:noFill/>
            <a:ln w="7875">
              <a:solidFill>
                <a:srgbClr val="71809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885"/>
            </a:p>
          </p:txBody>
        </p:sp>
        <p:sp>
          <p:nvSpPr>
            <p:cNvPr id="5" name="Stage 2.3 background">
              <a:extLst>
                <a:ext uri="{FF2B5EF4-FFF2-40B4-BE49-F238E27FC236}">
                  <a16:creationId xmlns:a16="http://schemas.microsoft.com/office/drawing/2014/main" id="{3BA47CFB-6685-529E-53D8-5744E59F4798}"/>
                </a:ext>
              </a:extLst>
            </p:cNvPr>
            <p:cNvSpPr/>
            <p:nvPr/>
          </p:nvSpPr>
          <p:spPr>
            <a:xfrm>
              <a:off x="1600200" y="5843016"/>
              <a:ext cx="16413480" cy="2971799"/>
            </a:xfrm>
            <a:prstGeom prst="rect">
              <a:avLst/>
            </a:prstGeom>
            <a:noFill/>
            <a:ln w="7875">
              <a:solidFill>
                <a:srgbClr val="71809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885"/>
            </a:p>
          </p:txBody>
        </p:sp>
        <p:sp>
          <p:nvSpPr>
            <p:cNvPr id="6" name="Stage 2.4 background">
              <a:extLst>
                <a:ext uri="{FF2B5EF4-FFF2-40B4-BE49-F238E27FC236}">
                  <a16:creationId xmlns:a16="http://schemas.microsoft.com/office/drawing/2014/main" id="{DB3D209C-575A-9B0A-DF7B-2A9D78782824}"/>
                </a:ext>
              </a:extLst>
            </p:cNvPr>
            <p:cNvSpPr/>
            <p:nvPr/>
          </p:nvSpPr>
          <p:spPr>
            <a:xfrm>
              <a:off x="1600200" y="8869679"/>
              <a:ext cx="16413479" cy="2313432"/>
            </a:xfrm>
            <a:prstGeom prst="rect">
              <a:avLst/>
            </a:prstGeom>
            <a:noFill/>
            <a:ln w="7875">
              <a:solidFill>
                <a:srgbClr val="71809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885"/>
            </a:p>
          </p:txBody>
        </p:sp>
        <p:sp>
          <p:nvSpPr>
            <p:cNvPr id="7" name="Stage 2.5 background">
              <a:extLst>
                <a:ext uri="{FF2B5EF4-FFF2-40B4-BE49-F238E27FC236}">
                  <a16:creationId xmlns:a16="http://schemas.microsoft.com/office/drawing/2014/main" id="{862AFD01-062E-A490-CE4C-BFD3983120D5}"/>
                </a:ext>
              </a:extLst>
            </p:cNvPr>
            <p:cNvSpPr/>
            <p:nvPr/>
          </p:nvSpPr>
          <p:spPr>
            <a:xfrm>
              <a:off x="1600200" y="11237975"/>
              <a:ext cx="16413479" cy="1746505"/>
            </a:xfrm>
            <a:prstGeom prst="rect">
              <a:avLst/>
            </a:prstGeom>
            <a:noFill/>
            <a:ln w="7875">
              <a:solidFill>
                <a:srgbClr val="71809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885"/>
            </a:p>
          </p:txBody>
        </p:sp>
        <p:sp>
          <p:nvSpPr>
            <p:cNvPr id="8" name="Execution interval">
              <a:extLst>
                <a:ext uri="{FF2B5EF4-FFF2-40B4-BE49-F238E27FC236}">
                  <a16:creationId xmlns:a16="http://schemas.microsoft.com/office/drawing/2014/main" id="{5B926B37-2DD7-73FB-552D-42DE528BD0A1}"/>
                </a:ext>
              </a:extLst>
            </p:cNvPr>
            <p:cNvSpPr/>
            <p:nvPr/>
          </p:nvSpPr>
          <p:spPr>
            <a:xfrm>
              <a:off x="6798564" y="2450592"/>
              <a:ext cx="118872" cy="201168"/>
            </a:xfrm>
            <a:prstGeom prst="rect">
              <a:avLst/>
            </a:prstGeom>
            <a:solidFill>
              <a:srgbClr val="FFFFFF"/>
            </a:solidFill>
            <a:ln w="7875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885"/>
            </a:p>
          </p:txBody>
        </p:sp>
        <p:sp>
          <p:nvSpPr>
            <p:cNvPr id="9" name="Execution interval">
              <a:extLst>
                <a:ext uri="{FF2B5EF4-FFF2-40B4-BE49-F238E27FC236}">
                  <a16:creationId xmlns:a16="http://schemas.microsoft.com/office/drawing/2014/main" id="{C027AD38-08EE-E887-7061-6333A29E5A11}"/>
                </a:ext>
              </a:extLst>
            </p:cNvPr>
            <p:cNvSpPr/>
            <p:nvPr/>
          </p:nvSpPr>
          <p:spPr>
            <a:xfrm>
              <a:off x="6798564" y="3410712"/>
              <a:ext cx="118872" cy="1408176"/>
            </a:xfrm>
            <a:prstGeom prst="rect">
              <a:avLst/>
            </a:prstGeom>
            <a:solidFill>
              <a:srgbClr val="FFFFFF"/>
            </a:solidFill>
            <a:ln w="7875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885"/>
            </a:p>
          </p:txBody>
        </p:sp>
        <p:sp>
          <p:nvSpPr>
            <p:cNvPr id="10" name="Execution interval">
              <a:extLst>
                <a:ext uri="{FF2B5EF4-FFF2-40B4-BE49-F238E27FC236}">
                  <a16:creationId xmlns:a16="http://schemas.microsoft.com/office/drawing/2014/main" id="{699A011E-15BB-43EA-FD75-DD189CF57BE9}"/>
                </a:ext>
              </a:extLst>
            </p:cNvPr>
            <p:cNvSpPr/>
            <p:nvPr/>
          </p:nvSpPr>
          <p:spPr>
            <a:xfrm>
              <a:off x="12284964" y="6483095"/>
              <a:ext cx="118872" cy="4434840"/>
            </a:xfrm>
            <a:prstGeom prst="rect">
              <a:avLst/>
            </a:prstGeom>
            <a:solidFill>
              <a:srgbClr val="FFFFFF"/>
            </a:solidFill>
            <a:ln w="7875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885"/>
            </a:p>
          </p:txBody>
        </p:sp>
        <p:sp>
          <p:nvSpPr>
            <p:cNvPr id="11" name="Execution interval">
              <a:extLst>
                <a:ext uri="{FF2B5EF4-FFF2-40B4-BE49-F238E27FC236}">
                  <a16:creationId xmlns:a16="http://schemas.microsoft.com/office/drawing/2014/main" id="{526F31A9-8820-4EF9-1F59-2C0DCECDC0E6}"/>
                </a:ext>
              </a:extLst>
            </p:cNvPr>
            <p:cNvSpPr/>
            <p:nvPr/>
          </p:nvSpPr>
          <p:spPr>
            <a:xfrm>
              <a:off x="15028163" y="7187184"/>
              <a:ext cx="118872" cy="1362455"/>
            </a:xfrm>
            <a:prstGeom prst="rect">
              <a:avLst/>
            </a:prstGeom>
            <a:solidFill>
              <a:srgbClr val="FFFFFF"/>
            </a:solidFill>
            <a:ln w="7875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885"/>
            </a:p>
          </p:txBody>
        </p:sp>
        <p:sp>
          <p:nvSpPr>
            <p:cNvPr id="12" name="Execution interval">
              <a:extLst>
                <a:ext uri="{FF2B5EF4-FFF2-40B4-BE49-F238E27FC236}">
                  <a16:creationId xmlns:a16="http://schemas.microsoft.com/office/drawing/2014/main" id="{82D59C57-7ABD-A375-0145-F9B36A4F5C03}"/>
                </a:ext>
              </a:extLst>
            </p:cNvPr>
            <p:cNvSpPr/>
            <p:nvPr/>
          </p:nvSpPr>
          <p:spPr>
            <a:xfrm>
              <a:off x="17771364" y="9509759"/>
              <a:ext cx="118872" cy="704088"/>
            </a:xfrm>
            <a:prstGeom prst="rect">
              <a:avLst/>
            </a:prstGeom>
            <a:solidFill>
              <a:srgbClr val="FFFFFF"/>
            </a:solidFill>
            <a:ln w="7875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885"/>
            </a:p>
          </p:txBody>
        </p:sp>
        <p:sp>
          <p:nvSpPr>
            <p:cNvPr id="13" name="Execution interval">
              <a:extLst>
                <a:ext uri="{FF2B5EF4-FFF2-40B4-BE49-F238E27FC236}">
                  <a16:creationId xmlns:a16="http://schemas.microsoft.com/office/drawing/2014/main" id="{8A91A989-1EC2-CE76-2B1F-44DDC600FC75}"/>
                </a:ext>
              </a:extLst>
            </p:cNvPr>
            <p:cNvSpPr/>
            <p:nvPr/>
          </p:nvSpPr>
          <p:spPr>
            <a:xfrm>
              <a:off x="12284964" y="11878055"/>
              <a:ext cx="118872" cy="704088"/>
            </a:xfrm>
            <a:prstGeom prst="rect">
              <a:avLst/>
            </a:prstGeom>
            <a:solidFill>
              <a:srgbClr val="FFFFFF"/>
            </a:solidFill>
            <a:ln w="7875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885"/>
            </a:p>
          </p:txBody>
        </p:sp>
        <p:sp>
          <p:nvSpPr>
            <p:cNvPr id="14" name="Execution interval">
              <a:extLst>
                <a:ext uri="{FF2B5EF4-FFF2-40B4-BE49-F238E27FC236}">
                  <a16:creationId xmlns:a16="http://schemas.microsoft.com/office/drawing/2014/main" id="{87EE091A-4005-7227-40B3-6B74B69B8854}"/>
                </a:ext>
              </a:extLst>
            </p:cNvPr>
            <p:cNvSpPr/>
            <p:nvPr/>
          </p:nvSpPr>
          <p:spPr>
            <a:xfrm>
              <a:off x="17771364" y="11878055"/>
              <a:ext cx="118872" cy="704088"/>
            </a:xfrm>
            <a:prstGeom prst="rect">
              <a:avLst/>
            </a:prstGeom>
            <a:solidFill>
              <a:srgbClr val="FFFFFF"/>
            </a:solidFill>
            <a:ln w="7875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885"/>
            </a:p>
          </p:txBody>
        </p:sp>
        <p:cxnSp>
          <p:nvCxnSpPr>
            <p:cNvPr id="15" name="Connector 45">
              <a:extLst>
                <a:ext uri="{FF2B5EF4-FFF2-40B4-BE49-F238E27FC236}">
                  <a16:creationId xmlns:a16="http://schemas.microsoft.com/office/drawing/2014/main" id="{B5C7D1CB-33D7-C768-FEE9-32D24E4F46BD}"/>
                </a:ext>
              </a:extLst>
            </p:cNvPr>
            <p:cNvCxnSpPr/>
            <p:nvPr/>
          </p:nvCxnSpPr>
          <p:spPr>
            <a:xfrm flipH="1">
              <a:off x="12344400" y="12582143"/>
              <a:ext cx="5486400" cy="0"/>
            </a:xfrm>
            <a:prstGeom prst="line">
              <a:avLst/>
            </a:prstGeom>
            <a:ln w="17324">
              <a:solidFill>
                <a:srgbClr val="538135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43">
              <a:extLst>
                <a:ext uri="{FF2B5EF4-FFF2-40B4-BE49-F238E27FC236}">
                  <a16:creationId xmlns:a16="http://schemas.microsoft.com/office/drawing/2014/main" id="{2CCE6076-5016-834E-F318-F937EFA689EE}"/>
                </a:ext>
              </a:extLst>
            </p:cNvPr>
            <p:cNvCxnSpPr/>
            <p:nvPr/>
          </p:nvCxnSpPr>
          <p:spPr>
            <a:xfrm>
              <a:off x="12344400" y="11878055"/>
              <a:ext cx="5486400" cy="0"/>
            </a:xfrm>
            <a:prstGeom prst="line">
              <a:avLst/>
            </a:prstGeom>
            <a:ln w="17324">
              <a:solidFill>
                <a:srgbClr val="1F4E79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40">
              <a:extLst>
                <a:ext uri="{FF2B5EF4-FFF2-40B4-BE49-F238E27FC236}">
                  <a16:creationId xmlns:a16="http://schemas.microsoft.com/office/drawing/2014/main" id="{388236F4-9B57-E274-ADD7-1922A8C62AE1}"/>
                </a:ext>
              </a:extLst>
            </p:cNvPr>
            <p:cNvCxnSpPr/>
            <p:nvPr/>
          </p:nvCxnSpPr>
          <p:spPr>
            <a:xfrm flipH="1">
              <a:off x="9601200" y="10917935"/>
              <a:ext cx="2743200" cy="0"/>
            </a:xfrm>
            <a:prstGeom prst="line">
              <a:avLst/>
            </a:prstGeom>
            <a:ln w="17324">
              <a:solidFill>
                <a:srgbClr val="538135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38">
              <a:extLst>
                <a:ext uri="{FF2B5EF4-FFF2-40B4-BE49-F238E27FC236}">
                  <a16:creationId xmlns:a16="http://schemas.microsoft.com/office/drawing/2014/main" id="{DA9E997E-7711-AC83-4C5F-84EFEC978B41}"/>
                </a:ext>
              </a:extLst>
            </p:cNvPr>
            <p:cNvCxnSpPr/>
            <p:nvPr/>
          </p:nvCxnSpPr>
          <p:spPr>
            <a:xfrm flipH="1">
              <a:off x="12344400" y="10213847"/>
              <a:ext cx="5486400" cy="0"/>
            </a:xfrm>
            <a:prstGeom prst="line">
              <a:avLst/>
            </a:prstGeom>
            <a:ln w="17324">
              <a:solidFill>
                <a:srgbClr val="538135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36">
              <a:extLst>
                <a:ext uri="{FF2B5EF4-FFF2-40B4-BE49-F238E27FC236}">
                  <a16:creationId xmlns:a16="http://schemas.microsoft.com/office/drawing/2014/main" id="{F3CFE8DE-2698-A875-923B-C7403DE33F05}"/>
                </a:ext>
              </a:extLst>
            </p:cNvPr>
            <p:cNvCxnSpPr/>
            <p:nvPr/>
          </p:nvCxnSpPr>
          <p:spPr>
            <a:xfrm>
              <a:off x="12344400" y="9509759"/>
              <a:ext cx="5486400" cy="0"/>
            </a:xfrm>
            <a:prstGeom prst="line">
              <a:avLst/>
            </a:prstGeom>
            <a:ln w="17324">
              <a:solidFill>
                <a:srgbClr val="1F4E79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33">
              <a:extLst>
                <a:ext uri="{FF2B5EF4-FFF2-40B4-BE49-F238E27FC236}">
                  <a16:creationId xmlns:a16="http://schemas.microsoft.com/office/drawing/2014/main" id="{182DAC34-AF4B-9ECB-2CC0-C1BE78A23442}"/>
                </a:ext>
              </a:extLst>
            </p:cNvPr>
            <p:cNvCxnSpPr/>
            <p:nvPr/>
          </p:nvCxnSpPr>
          <p:spPr>
            <a:xfrm flipH="1">
              <a:off x="12344400" y="8549639"/>
              <a:ext cx="2743200" cy="0"/>
            </a:xfrm>
            <a:prstGeom prst="line">
              <a:avLst/>
            </a:prstGeom>
            <a:ln w="17324">
              <a:solidFill>
                <a:srgbClr val="538135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31">
              <a:extLst>
                <a:ext uri="{FF2B5EF4-FFF2-40B4-BE49-F238E27FC236}">
                  <a16:creationId xmlns:a16="http://schemas.microsoft.com/office/drawing/2014/main" id="{46943E31-927E-05F5-BA6E-05DF10BA6074}"/>
                </a:ext>
              </a:extLst>
            </p:cNvPr>
            <p:cNvCxnSpPr/>
            <p:nvPr/>
          </p:nvCxnSpPr>
          <p:spPr>
            <a:xfrm>
              <a:off x="12344400" y="7187184"/>
              <a:ext cx="2743200" cy="0"/>
            </a:xfrm>
            <a:prstGeom prst="line">
              <a:avLst/>
            </a:prstGeom>
            <a:ln w="17324">
              <a:solidFill>
                <a:srgbClr val="1F4E79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9">
              <a:extLst>
                <a:ext uri="{FF2B5EF4-FFF2-40B4-BE49-F238E27FC236}">
                  <a16:creationId xmlns:a16="http://schemas.microsoft.com/office/drawing/2014/main" id="{C302129D-5AFC-6ED0-114B-878348781A76}"/>
                </a:ext>
              </a:extLst>
            </p:cNvPr>
            <p:cNvCxnSpPr/>
            <p:nvPr/>
          </p:nvCxnSpPr>
          <p:spPr>
            <a:xfrm>
              <a:off x="9601200" y="6483096"/>
              <a:ext cx="2743200" cy="0"/>
            </a:xfrm>
            <a:prstGeom prst="line">
              <a:avLst/>
            </a:prstGeom>
            <a:ln w="17324">
              <a:solidFill>
                <a:srgbClr val="1F4E79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>
              <a:extLst>
                <a:ext uri="{FF2B5EF4-FFF2-40B4-BE49-F238E27FC236}">
                  <a16:creationId xmlns:a16="http://schemas.microsoft.com/office/drawing/2014/main" id="{317B1C44-1248-5D81-1A97-E5829935A706}"/>
                </a:ext>
              </a:extLst>
            </p:cNvPr>
            <p:cNvCxnSpPr/>
            <p:nvPr/>
          </p:nvCxnSpPr>
          <p:spPr>
            <a:xfrm>
              <a:off x="6858000" y="4818888"/>
              <a:ext cx="2743200" cy="0"/>
            </a:xfrm>
            <a:prstGeom prst="line">
              <a:avLst/>
            </a:prstGeom>
            <a:ln w="17324">
              <a:solidFill>
                <a:srgbClr val="538135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0">
              <a:extLst>
                <a:ext uri="{FF2B5EF4-FFF2-40B4-BE49-F238E27FC236}">
                  <a16:creationId xmlns:a16="http://schemas.microsoft.com/office/drawing/2014/main" id="{15C16181-796A-1C98-D727-49B0B57F1199}"/>
                </a:ext>
              </a:extLst>
            </p:cNvPr>
            <p:cNvCxnSpPr/>
            <p:nvPr/>
          </p:nvCxnSpPr>
          <p:spPr>
            <a:xfrm>
              <a:off x="6858000" y="4114800"/>
              <a:ext cx="5486400" cy="0"/>
            </a:xfrm>
            <a:prstGeom prst="line">
              <a:avLst/>
            </a:prstGeom>
            <a:ln w="17324">
              <a:solidFill>
                <a:srgbClr val="1F4E79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18">
              <a:extLst>
                <a:ext uri="{FF2B5EF4-FFF2-40B4-BE49-F238E27FC236}">
                  <a16:creationId xmlns:a16="http://schemas.microsoft.com/office/drawing/2014/main" id="{78EEA060-3A98-81A6-05C4-287217FE60C2}"/>
                </a:ext>
              </a:extLst>
            </p:cNvPr>
            <p:cNvCxnSpPr/>
            <p:nvPr/>
          </p:nvCxnSpPr>
          <p:spPr>
            <a:xfrm flipH="1">
              <a:off x="6858000" y="3410712"/>
              <a:ext cx="2743200" cy="0"/>
            </a:xfrm>
            <a:prstGeom prst="line">
              <a:avLst/>
            </a:prstGeom>
            <a:ln w="17324">
              <a:solidFill>
                <a:srgbClr val="1F4E79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15">
              <a:extLst>
                <a:ext uri="{FF2B5EF4-FFF2-40B4-BE49-F238E27FC236}">
                  <a16:creationId xmlns:a16="http://schemas.microsoft.com/office/drawing/2014/main" id="{6E095671-A7FA-CC23-05A6-8896E4EBBF92}"/>
                </a:ext>
              </a:extLst>
            </p:cNvPr>
            <p:cNvCxnSpPr/>
            <p:nvPr/>
          </p:nvCxnSpPr>
          <p:spPr>
            <a:xfrm>
              <a:off x="4114800" y="2450591"/>
              <a:ext cx="2743200" cy="0"/>
            </a:xfrm>
            <a:prstGeom prst="line">
              <a:avLst/>
            </a:prstGeom>
            <a:ln w="17324">
              <a:solidFill>
                <a:srgbClr val="1F4E79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1">
              <a:extLst>
                <a:ext uri="{FF2B5EF4-FFF2-40B4-BE49-F238E27FC236}">
                  <a16:creationId xmlns:a16="http://schemas.microsoft.com/office/drawing/2014/main" id="{8CB51549-871B-DC24-F391-FD1FFBAA8D5D}"/>
                </a:ext>
              </a:extLst>
            </p:cNvPr>
            <p:cNvSpPr txBox="1"/>
            <p:nvPr/>
          </p:nvSpPr>
          <p:spPr>
            <a:xfrm>
              <a:off x="320040" y="228600"/>
              <a:ext cx="18288000" cy="369233"/>
            </a:xfrm>
            <a:prstGeom prst="rect">
              <a:avLst/>
            </a:prstGeom>
            <a:noFill/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defRPr sz="1190" b="1">
                  <a:solidFill>
                    <a:srgbClr val="203A53"/>
                  </a:solidFill>
                  <a:latin typeface="Meiryo UI"/>
                </a:defRPr>
              </a:pPr>
              <a:r>
                <a:rPr sz="957">
                  <a:latin typeface="Meiryo UI"/>
                  <a:ea typeface="Meiryo UI"/>
                </a:rPr>
                <a:t>1. 組込みシーケンス</a:t>
              </a:r>
            </a:p>
          </p:txBody>
        </p:sp>
        <p:sp>
          <p:nvSpPr>
            <p:cNvPr id="28" name="Rounded Rectangle 2">
              <a:extLst>
                <a:ext uri="{FF2B5EF4-FFF2-40B4-BE49-F238E27FC236}">
                  <a16:creationId xmlns:a16="http://schemas.microsoft.com/office/drawing/2014/main" id="{45790272-431D-E3CE-C470-423BDC9052B4}"/>
                </a:ext>
              </a:extLst>
            </p:cNvPr>
            <p:cNvSpPr/>
            <p:nvPr/>
          </p:nvSpPr>
          <p:spPr>
            <a:xfrm>
              <a:off x="2880360" y="914400"/>
              <a:ext cx="2468880" cy="777240"/>
            </a:xfrm>
            <a:prstGeom prst="roundRect">
              <a:avLst>
                <a:gd name="adj" fmla="val 10000"/>
              </a:avLst>
            </a:prstGeom>
            <a:solidFill>
              <a:srgbClr val="F7FBFF"/>
            </a:solidFill>
            <a:ln w="12599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38" tIns="0" rIns="18238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558" b="1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アプリ起動</a:t>
              </a:r>
            </a:p>
            <a:p>
              <a:pPr algn="ctr"/>
              <a:r>
                <a:rPr sz="519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MauiProgram</a:t>
              </a:r>
            </a:p>
          </p:txBody>
        </p:sp>
        <p:cxnSp>
          <p:nvCxnSpPr>
            <p:cNvPr id="29" name="Connector 3">
              <a:extLst>
                <a:ext uri="{FF2B5EF4-FFF2-40B4-BE49-F238E27FC236}">
                  <a16:creationId xmlns:a16="http://schemas.microsoft.com/office/drawing/2014/main" id="{3F35477D-8C6E-52A3-8031-BBA2F1E820B3}"/>
                </a:ext>
              </a:extLst>
            </p:cNvPr>
            <p:cNvCxnSpPr/>
            <p:nvPr/>
          </p:nvCxnSpPr>
          <p:spPr>
            <a:xfrm>
              <a:off x="4114800" y="1691640"/>
              <a:ext cx="0" cy="11265408"/>
            </a:xfrm>
            <a:prstGeom prst="line">
              <a:avLst/>
            </a:prstGeom>
            <a:ln w="7875">
              <a:solidFill>
                <a:srgbClr val="B8C3CE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ounded Rectangle 4">
              <a:extLst>
                <a:ext uri="{FF2B5EF4-FFF2-40B4-BE49-F238E27FC236}">
                  <a16:creationId xmlns:a16="http://schemas.microsoft.com/office/drawing/2014/main" id="{D3C0C8E6-9E6A-B99B-21DC-3B3716DF2D85}"/>
                </a:ext>
              </a:extLst>
            </p:cNvPr>
            <p:cNvSpPr/>
            <p:nvPr/>
          </p:nvSpPr>
          <p:spPr>
            <a:xfrm>
              <a:off x="5623560" y="914400"/>
              <a:ext cx="2468880" cy="777240"/>
            </a:xfrm>
            <a:prstGeom prst="roundRect">
              <a:avLst>
                <a:gd name="adj" fmla="val 10000"/>
              </a:avLst>
            </a:prstGeom>
            <a:solidFill>
              <a:srgbClr val="F7FBFF"/>
            </a:solidFill>
            <a:ln w="12599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38" tIns="0" rIns="18238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558" b="1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DIコンテナ</a:t>
              </a:r>
            </a:p>
          </p:txBody>
        </p:sp>
        <p:cxnSp>
          <p:nvCxnSpPr>
            <p:cNvPr id="31" name="Connector 5">
              <a:extLst>
                <a:ext uri="{FF2B5EF4-FFF2-40B4-BE49-F238E27FC236}">
                  <a16:creationId xmlns:a16="http://schemas.microsoft.com/office/drawing/2014/main" id="{D039DA5E-CB6E-19E3-2850-AFD22C28569D}"/>
                </a:ext>
              </a:extLst>
            </p:cNvPr>
            <p:cNvCxnSpPr/>
            <p:nvPr/>
          </p:nvCxnSpPr>
          <p:spPr>
            <a:xfrm>
              <a:off x="6858000" y="1691640"/>
              <a:ext cx="0" cy="11265408"/>
            </a:xfrm>
            <a:prstGeom prst="line">
              <a:avLst/>
            </a:prstGeom>
            <a:ln w="7875">
              <a:solidFill>
                <a:srgbClr val="B8C3CE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6">
              <a:extLst>
                <a:ext uri="{FF2B5EF4-FFF2-40B4-BE49-F238E27FC236}">
                  <a16:creationId xmlns:a16="http://schemas.microsoft.com/office/drawing/2014/main" id="{CB538392-708C-59A2-D266-3F6A73518552}"/>
                </a:ext>
              </a:extLst>
            </p:cNvPr>
            <p:cNvSpPr/>
            <p:nvPr/>
          </p:nvSpPr>
          <p:spPr>
            <a:xfrm>
              <a:off x="8366760" y="914400"/>
              <a:ext cx="2468880" cy="777240"/>
            </a:xfrm>
            <a:prstGeom prst="roundRect">
              <a:avLst>
                <a:gd name="adj" fmla="val 10000"/>
              </a:avLst>
            </a:prstGeom>
            <a:solidFill>
              <a:srgbClr val="F7FBFF"/>
            </a:solidFill>
            <a:ln w="12599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38" tIns="0" rIns="18238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558" b="1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業務画面</a:t>
              </a:r>
            </a:p>
            <a:p>
              <a:pPr algn="ctr"/>
              <a:r>
                <a:rPr sz="519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BasePage / XAML</a:t>
              </a:r>
            </a:p>
          </p:txBody>
        </p:sp>
        <p:cxnSp>
          <p:nvCxnSpPr>
            <p:cNvPr id="33" name="Connector 7">
              <a:extLst>
                <a:ext uri="{FF2B5EF4-FFF2-40B4-BE49-F238E27FC236}">
                  <a16:creationId xmlns:a16="http://schemas.microsoft.com/office/drawing/2014/main" id="{62DC4442-6B15-4194-24AD-B3867F395C0D}"/>
                </a:ext>
              </a:extLst>
            </p:cNvPr>
            <p:cNvCxnSpPr/>
            <p:nvPr/>
          </p:nvCxnSpPr>
          <p:spPr>
            <a:xfrm>
              <a:off x="9601200" y="1691640"/>
              <a:ext cx="0" cy="11265408"/>
            </a:xfrm>
            <a:prstGeom prst="line">
              <a:avLst/>
            </a:prstGeom>
            <a:ln w="7875">
              <a:solidFill>
                <a:srgbClr val="B8C3CE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ounded Rectangle 8">
              <a:extLst>
                <a:ext uri="{FF2B5EF4-FFF2-40B4-BE49-F238E27FC236}">
                  <a16:creationId xmlns:a16="http://schemas.microsoft.com/office/drawing/2014/main" id="{8027189F-6523-5107-CE05-AC824D91E865}"/>
                </a:ext>
              </a:extLst>
            </p:cNvPr>
            <p:cNvSpPr/>
            <p:nvPr/>
          </p:nvSpPr>
          <p:spPr>
            <a:xfrm>
              <a:off x="11109960" y="914400"/>
              <a:ext cx="2468880" cy="777240"/>
            </a:xfrm>
            <a:prstGeom prst="roundRect">
              <a:avLst>
                <a:gd name="adj" fmla="val 10000"/>
              </a:avLst>
            </a:prstGeom>
            <a:solidFill>
              <a:srgbClr val="F7FBFF"/>
            </a:solidFill>
            <a:ln w="12599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38" tIns="0" rIns="18238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558" b="1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業務処理</a:t>
              </a:r>
            </a:p>
            <a:p>
              <a:pPr algn="ctr"/>
              <a:r>
                <a:rPr sz="519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ViewModel</a:t>
              </a:r>
            </a:p>
          </p:txBody>
        </p:sp>
        <p:cxnSp>
          <p:nvCxnSpPr>
            <p:cNvPr id="35" name="Connector 9">
              <a:extLst>
                <a:ext uri="{FF2B5EF4-FFF2-40B4-BE49-F238E27FC236}">
                  <a16:creationId xmlns:a16="http://schemas.microsoft.com/office/drawing/2014/main" id="{703C056A-30D1-FA48-B4FD-A1EE8393C551}"/>
                </a:ext>
              </a:extLst>
            </p:cNvPr>
            <p:cNvCxnSpPr/>
            <p:nvPr/>
          </p:nvCxnSpPr>
          <p:spPr>
            <a:xfrm>
              <a:off x="12344400" y="1691640"/>
              <a:ext cx="0" cy="11265408"/>
            </a:xfrm>
            <a:prstGeom prst="line">
              <a:avLst/>
            </a:prstGeom>
            <a:ln w="7875">
              <a:solidFill>
                <a:srgbClr val="B8C3CE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ounded Rectangle 10">
              <a:extLst>
                <a:ext uri="{FF2B5EF4-FFF2-40B4-BE49-F238E27FC236}">
                  <a16:creationId xmlns:a16="http://schemas.microsoft.com/office/drawing/2014/main" id="{B94A0645-F213-E724-CB21-E527633A35D4}"/>
                </a:ext>
              </a:extLst>
            </p:cNvPr>
            <p:cNvSpPr/>
            <p:nvPr/>
          </p:nvSpPr>
          <p:spPr>
            <a:xfrm>
              <a:off x="13853160" y="914400"/>
              <a:ext cx="2468880" cy="777240"/>
            </a:xfrm>
            <a:prstGeom prst="roundRect">
              <a:avLst>
                <a:gd name="adj" fmla="val 10000"/>
              </a:avLst>
            </a:prstGeom>
            <a:solidFill>
              <a:srgbClr val="E2F0D9"/>
            </a:solidFill>
            <a:ln w="12599">
              <a:solidFill>
                <a:srgbClr val="5381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38" tIns="0" rIns="18238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558" b="1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機器の取得</a:t>
              </a:r>
            </a:p>
            <a:p>
              <a:pPr algn="ctr"/>
              <a:r>
                <a:rPr sz="519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DeviceManager</a:t>
              </a:r>
            </a:p>
          </p:txBody>
        </p:sp>
        <p:cxnSp>
          <p:nvCxnSpPr>
            <p:cNvPr id="37" name="Connector 11">
              <a:extLst>
                <a:ext uri="{FF2B5EF4-FFF2-40B4-BE49-F238E27FC236}">
                  <a16:creationId xmlns:a16="http://schemas.microsoft.com/office/drawing/2014/main" id="{0D3E4922-A3CF-FC73-4328-51AEE87EC6D0}"/>
                </a:ext>
              </a:extLst>
            </p:cNvPr>
            <p:cNvCxnSpPr/>
            <p:nvPr/>
          </p:nvCxnSpPr>
          <p:spPr>
            <a:xfrm>
              <a:off x="15087600" y="1691640"/>
              <a:ext cx="0" cy="11265408"/>
            </a:xfrm>
            <a:prstGeom prst="line">
              <a:avLst/>
            </a:prstGeom>
            <a:ln w="7875">
              <a:solidFill>
                <a:srgbClr val="B8C3CE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12">
              <a:extLst>
                <a:ext uri="{FF2B5EF4-FFF2-40B4-BE49-F238E27FC236}">
                  <a16:creationId xmlns:a16="http://schemas.microsoft.com/office/drawing/2014/main" id="{1BAB40AE-B76D-B705-8D88-E2CD3EA75D32}"/>
                </a:ext>
              </a:extLst>
            </p:cNvPr>
            <p:cNvSpPr/>
            <p:nvPr/>
          </p:nvSpPr>
          <p:spPr>
            <a:xfrm>
              <a:off x="16596359" y="914400"/>
              <a:ext cx="2468880" cy="777240"/>
            </a:xfrm>
            <a:prstGeom prst="roundRect">
              <a:avLst>
                <a:gd name="adj" fmla="val 10000"/>
              </a:avLst>
            </a:prstGeom>
            <a:solidFill>
              <a:srgbClr val="E4DFEC"/>
            </a:solidFill>
            <a:ln w="12599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38" tIns="0" rIns="18238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558" b="1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機器インターフェース</a:t>
              </a:r>
            </a:p>
          </p:txBody>
        </p:sp>
        <p:cxnSp>
          <p:nvCxnSpPr>
            <p:cNvPr id="39" name="Connector 13">
              <a:extLst>
                <a:ext uri="{FF2B5EF4-FFF2-40B4-BE49-F238E27FC236}">
                  <a16:creationId xmlns:a16="http://schemas.microsoft.com/office/drawing/2014/main" id="{A6E79980-62AB-0F70-578F-29543984B57F}"/>
                </a:ext>
              </a:extLst>
            </p:cNvPr>
            <p:cNvCxnSpPr/>
            <p:nvPr/>
          </p:nvCxnSpPr>
          <p:spPr>
            <a:xfrm>
              <a:off x="17830800" y="1691640"/>
              <a:ext cx="0" cy="11265408"/>
            </a:xfrm>
            <a:prstGeom prst="line">
              <a:avLst/>
            </a:prstGeom>
            <a:ln w="7875">
              <a:solidFill>
                <a:srgbClr val="B8C3CE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14">
              <a:extLst>
                <a:ext uri="{FF2B5EF4-FFF2-40B4-BE49-F238E27FC236}">
                  <a16:creationId xmlns:a16="http://schemas.microsoft.com/office/drawing/2014/main" id="{78653E17-E461-BB06-38C8-09F2A84E257F}"/>
                </a:ext>
              </a:extLst>
            </p:cNvPr>
            <p:cNvSpPr txBox="1"/>
            <p:nvPr/>
          </p:nvSpPr>
          <p:spPr>
            <a:xfrm>
              <a:off x="1719072" y="1920238"/>
              <a:ext cx="2103120" cy="461340"/>
            </a:xfrm>
            <a:prstGeom prst="rect">
              <a:avLst/>
            </a:prstGeom>
            <a:noFill/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defRPr sz="744" b="1">
                  <a:solidFill>
                    <a:srgbClr val="203A53"/>
                  </a:solidFill>
                  <a:latin typeface="Meiryo UI"/>
                </a:defRPr>
              </a:pPr>
              <a:r>
                <a:rPr sz="598">
                  <a:latin typeface="Meiryo UI"/>
                  <a:ea typeface="Meiryo UI"/>
                </a:rPr>
                <a:t>2.1</a:t>
              </a:r>
            </a:p>
            <a:p>
              <a:pPr algn="l">
                <a:defRPr sz="744" b="1">
                  <a:solidFill>
                    <a:srgbClr val="203A53"/>
                  </a:solidFill>
                  <a:latin typeface="Meiryo UI"/>
                </a:defRPr>
              </a:pPr>
              <a:r>
                <a:rPr sz="598">
                  <a:latin typeface="Meiryo UI"/>
                  <a:ea typeface="Meiryo UI"/>
                </a:rPr>
                <a:t>DI登録</a:t>
              </a:r>
            </a:p>
          </p:txBody>
        </p:sp>
        <p:sp>
          <p:nvSpPr>
            <p:cNvPr id="41" name="TextBox 16">
              <a:extLst>
                <a:ext uri="{FF2B5EF4-FFF2-40B4-BE49-F238E27FC236}">
                  <a16:creationId xmlns:a16="http://schemas.microsoft.com/office/drawing/2014/main" id="{ACDC43CB-56F2-8644-23DC-87CF9C805ECE}"/>
                </a:ext>
              </a:extLst>
            </p:cNvPr>
            <p:cNvSpPr txBox="1"/>
            <p:nvPr/>
          </p:nvSpPr>
          <p:spPr>
            <a:xfrm>
              <a:off x="4224529" y="1984248"/>
              <a:ext cx="2523745" cy="176662"/>
            </a:xfrm>
            <a:prstGeom prst="rect">
              <a:avLst/>
            </a:prstGeom>
            <a:solidFill>
              <a:srgbClr val="FFFFFF"/>
            </a:solidFill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570" b="0">
                  <a:solidFill>
                    <a:srgbClr val="203A53"/>
                  </a:solidFill>
                  <a:latin typeface="Meiryo UI"/>
                </a:defRPr>
              </a:pPr>
              <a:r>
                <a:rPr sz="458">
                  <a:latin typeface="Meiryo UI"/>
                  <a:ea typeface="Meiryo UI"/>
                </a:rPr>
                <a:t>デバイス制御とViewModelを登録</a:t>
              </a:r>
            </a:p>
          </p:txBody>
        </p:sp>
        <p:sp>
          <p:nvSpPr>
            <p:cNvPr id="42" name="TextBox 17">
              <a:extLst>
                <a:ext uri="{FF2B5EF4-FFF2-40B4-BE49-F238E27FC236}">
                  <a16:creationId xmlns:a16="http://schemas.microsoft.com/office/drawing/2014/main" id="{609D4312-DCE5-01E0-00A9-2EDD2A5626D0}"/>
                </a:ext>
              </a:extLst>
            </p:cNvPr>
            <p:cNvSpPr txBox="1"/>
            <p:nvPr/>
          </p:nvSpPr>
          <p:spPr>
            <a:xfrm>
              <a:off x="1719072" y="2880358"/>
              <a:ext cx="2103120" cy="461340"/>
            </a:xfrm>
            <a:prstGeom prst="rect">
              <a:avLst/>
            </a:prstGeom>
            <a:noFill/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defRPr sz="744" b="1">
                  <a:solidFill>
                    <a:srgbClr val="203A53"/>
                  </a:solidFill>
                  <a:latin typeface="Meiryo UI"/>
                </a:defRPr>
              </a:pPr>
              <a:r>
                <a:rPr sz="598">
                  <a:latin typeface="Meiryo UI"/>
                  <a:ea typeface="Meiryo UI"/>
                </a:rPr>
                <a:t>2.2</a:t>
              </a:r>
            </a:p>
            <a:p>
              <a:pPr algn="l">
                <a:defRPr sz="744" b="1">
                  <a:solidFill>
                    <a:srgbClr val="203A53"/>
                  </a:solidFill>
                  <a:latin typeface="Meiryo UI"/>
                </a:defRPr>
              </a:pPr>
              <a:r>
                <a:rPr sz="598">
                  <a:latin typeface="Meiryo UI"/>
                  <a:ea typeface="Meiryo UI"/>
                </a:rPr>
                <a:t>ビューモデルの生成</a:t>
              </a:r>
            </a:p>
          </p:txBody>
        </p:sp>
        <p:sp>
          <p:nvSpPr>
            <p:cNvPr id="43" name="TextBox 19">
              <a:extLst>
                <a:ext uri="{FF2B5EF4-FFF2-40B4-BE49-F238E27FC236}">
                  <a16:creationId xmlns:a16="http://schemas.microsoft.com/office/drawing/2014/main" id="{DDE53AA2-6432-D771-AEE6-71F428D86F47}"/>
                </a:ext>
              </a:extLst>
            </p:cNvPr>
            <p:cNvSpPr txBox="1"/>
            <p:nvPr/>
          </p:nvSpPr>
          <p:spPr>
            <a:xfrm>
              <a:off x="6967729" y="2944368"/>
              <a:ext cx="2523745" cy="176662"/>
            </a:xfrm>
            <a:prstGeom prst="rect">
              <a:avLst/>
            </a:prstGeom>
            <a:solidFill>
              <a:srgbClr val="FFFFFF"/>
            </a:solidFill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570" b="0">
                  <a:solidFill>
                    <a:srgbClr val="203A53"/>
                  </a:solidFill>
                  <a:latin typeface="Meiryo UI"/>
                </a:defRPr>
              </a:pPr>
              <a:r>
                <a:rPr sz="458">
                  <a:latin typeface="Meiryo UI"/>
                  <a:ea typeface="Meiryo UI"/>
                </a:rPr>
                <a:t>対応するViewModelを取得</a:t>
              </a:r>
            </a:p>
          </p:txBody>
        </p:sp>
        <p:sp>
          <p:nvSpPr>
            <p:cNvPr id="44" name="TextBox 21">
              <a:extLst>
                <a:ext uri="{FF2B5EF4-FFF2-40B4-BE49-F238E27FC236}">
                  <a16:creationId xmlns:a16="http://schemas.microsoft.com/office/drawing/2014/main" id="{607F1026-BB1A-F7C5-B802-ABD26DAD6497}"/>
                </a:ext>
              </a:extLst>
            </p:cNvPr>
            <p:cNvSpPr txBox="1"/>
            <p:nvPr/>
          </p:nvSpPr>
          <p:spPr>
            <a:xfrm>
              <a:off x="6967729" y="3648455"/>
              <a:ext cx="5266945" cy="176662"/>
            </a:xfrm>
            <a:prstGeom prst="rect">
              <a:avLst/>
            </a:prstGeom>
            <a:solidFill>
              <a:srgbClr val="FFFFFF"/>
            </a:solidFill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570" b="0">
                  <a:solidFill>
                    <a:srgbClr val="203A53"/>
                  </a:solidFill>
                  <a:latin typeface="Meiryo UI"/>
                </a:defRPr>
              </a:pPr>
              <a:r>
                <a:rPr sz="458">
                  <a:latin typeface="Meiryo UI"/>
                  <a:ea typeface="Meiryo UI"/>
                </a:rPr>
                <a:t>必要な依存関係を渡して生成</a:t>
              </a:r>
            </a:p>
          </p:txBody>
        </p:sp>
        <p:sp>
          <p:nvSpPr>
            <p:cNvPr id="45" name="TextBox 23">
              <a:extLst>
                <a:ext uri="{FF2B5EF4-FFF2-40B4-BE49-F238E27FC236}">
                  <a16:creationId xmlns:a16="http://schemas.microsoft.com/office/drawing/2014/main" id="{D9D9F9BD-0FA2-531E-9A02-B4E3D80FC4BD}"/>
                </a:ext>
              </a:extLst>
            </p:cNvPr>
            <p:cNvSpPr txBox="1"/>
            <p:nvPr/>
          </p:nvSpPr>
          <p:spPr>
            <a:xfrm>
              <a:off x="6967729" y="4352543"/>
              <a:ext cx="2523745" cy="176662"/>
            </a:xfrm>
            <a:prstGeom prst="rect">
              <a:avLst/>
            </a:prstGeom>
            <a:solidFill>
              <a:srgbClr val="FFFFFF"/>
            </a:solidFill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570" b="0">
                  <a:solidFill>
                    <a:srgbClr val="203A53"/>
                  </a:solidFill>
                  <a:latin typeface="Meiryo UI"/>
                </a:defRPr>
              </a:pPr>
              <a:r>
                <a:rPr sz="458">
                  <a:latin typeface="Meiryo UI"/>
                  <a:ea typeface="Meiryo UI"/>
                </a:rPr>
                <a:t>ViewModelを返す</a:t>
              </a:r>
            </a:p>
          </p:txBody>
        </p:sp>
        <p:sp>
          <p:nvSpPr>
            <p:cNvPr id="46" name="TextBox 27">
              <a:extLst>
                <a:ext uri="{FF2B5EF4-FFF2-40B4-BE49-F238E27FC236}">
                  <a16:creationId xmlns:a16="http://schemas.microsoft.com/office/drawing/2014/main" id="{CC089FF9-F5ED-A1E9-EA63-4C52A8C7297A}"/>
                </a:ext>
              </a:extLst>
            </p:cNvPr>
            <p:cNvSpPr txBox="1"/>
            <p:nvPr/>
          </p:nvSpPr>
          <p:spPr>
            <a:xfrm>
              <a:off x="9710929" y="5074919"/>
              <a:ext cx="2423161" cy="176662"/>
            </a:xfrm>
            <a:prstGeom prst="rect">
              <a:avLst/>
            </a:prstGeom>
            <a:solidFill>
              <a:srgbClr val="FFFFFF"/>
            </a:solidFill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defRPr sz="570" b="0">
                  <a:solidFill>
                    <a:srgbClr val="203A53"/>
                  </a:solidFill>
                  <a:latin typeface="Meiryo UI"/>
                </a:defRPr>
              </a:pPr>
              <a:r>
                <a:rPr sz="458">
                  <a:latin typeface="Meiryo UI"/>
                  <a:ea typeface="Meiryo UI"/>
                </a:rPr>
                <a:t>画面とViewModelを関連付ける</a:t>
              </a:r>
            </a:p>
          </p:txBody>
        </p:sp>
        <p:sp>
          <p:nvSpPr>
            <p:cNvPr id="47" name="TextBox 28">
              <a:extLst>
                <a:ext uri="{FF2B5EF4-FFF2-40B4-BE49-F238E27FC236}">
                  <a16:creationId xmlns:a16="http://schemas.microsoft.com/office/drawing/2014/main" id="{C15CBC09-944E-FBD2-B94C-7AB09BE21F6A}"/>
                </a:ext>
              </a:extLst>
            </p:cNvPr>
            <p:cNvSpPr txBox="1"/>
            <p:nvPr/>
          </p:nvSpPr>
          <p:spPr>
            <a:xfrm>
              <a:off x="1719072" y="5952746"/>
              <a:ext cx="2103120" cy="461340"/>
            </a:xfrm>
            <a:prstGeom prst="rect">
              <a:avLst/>
            </a:prstGeom>
            <a:noFill/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defRPr sz="744" b="1">
                  <a:solidFill>
                    <a:srgbClr val="203A53"/>
                  </a:solidFill>
                  <a:latin typeface="Meiryo UI"/>
                </a:defRPr>
              </a:pPr>
              <a:r>
                <a:rPr sz="598">
                  <a:latin typeface="Meiryo UI"/>
                  <a:ea typeface="Meiryo UI"/>
                </a:rPr>
                <a:t>2.3</a:t>
              </a:r>
            </a:p>
            <a:p>
              <a:pPr algn="l">
                <a:defRPr sz="744" b="1">
                  <a:solidFill>
                    <a:srgbClr val="203A53"/>
                  </a:solidFill>
                  <a:latin typeface="Meiryo UI"/>
                </a:defRPr>
              </a:pPr>
              <a:r>
                <a:rPr sz="598">
                  <a:latin typeface="Meiryo UI"/>
                  <a:ea typeface="Meiryo UI"/>
                </a:rPr>
                <a:t>機器の取得</a:t>
              </a:r>
            </a:p>
          </p:txBody>
        </p:sp>
        <p:sp>
          <p:nvSpPr>
            <p:cNvPr id="48" name="TextBox 30">
              <a:extLst>
                <a:ext uri="{FF2B5EF4-FFF2-40B4-BE49-F238E27FC236}">
                  <a16:creationId xmlns:a16="http://schemas.microsoft.com/office/drawing/2014/main" id="{71090E17-9919-9F74-4568-3DFCECA8B1CA}"/>
                </a:ext>
              </a:extLst>
            </p:cNvPr>
            <p:cNvSpPr txBox="1"/>
            <p:nvPr/>
          </p:nvSpPr>
          <p:spPr>
            <a:xfrm>
              <a:off x="9710929" y="6016750"/>
              <a:ext cx="2523745" cy="176662"/>
            </a:xfrm>
            <a:prstGeom prst="rect">
              <a:avLst/>
            </a:prstGeom>
            <a:solidFill>
              <a:srgbClr val="FFFFFF"/>
            </a:solidFill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570" b="0">
                  <a:solidFill>
                    <a:srgbClr val="203A53"/>
                  </a:solidFill>
                  <a:latin typeface="Meiryo UI"/>
                </a:defRPr>
              </a:pPr>
              <a:r>
                <a:rPr sz="458">
                  <a:latin typeface="Meiryo UI"/>
                  <a:ea typeface="Meiryo UI"/>
                </a:rPr>
                <a:t>コマンドを実行</a:t>
              </a:r>
            </a:p>
          </p:txBody>
        </p:sp>
        <p:sp>
          <p:nvSpPr>
            <p:cNvPr id="49" name="TextBox 32">
              <a:extLst>
                <a:ext uri="{FF2B5EF4-FFF2-40B4-BE49-F238E27FC236}">
                  <a16:creationId xmlns:a16="http://schemas.microsoft.com/office/drawing/2014/main" id="{20EAA62A-3D4E-B7EE-C808-DF3722D732AE}"/>
                </a:ext>
              </a:extLst>
            </p:cNvPr>
            <p:cNvSpPr txBox="1"/>
            <p:nvPr/>
          </p:nvSpPr>
          <p:spPr>
            <a:xfrm>
              <a:off x="12454126" y="6720838"/>
              <a:ext cx="2523745" cy="176662"/>
            </a:xfrm>
            <a:prstGeom prst="rect">
              <a:avLst/>
            </a:prstGeom>
            <a:solidFill>
              <a:srgbClr val="FFFFFF"/>
            </a:solidFill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570" b="0">
                  <a:solidFill>
                    <a:srgbClr val="203A53"/>
                  </a:solidFill>
                  <a:latin typeface="Meiryo UI"/>
                </a:defRPr>
              </a:pPr>
              <a:r>
                <a:rPr sz="458">
                  <a:latin typeface="Meiryo UI"/>
                  <a:ea typeface="Meiryo UI"/>
                </a:rPr>
                <a:t>使用する機器を取得</a:t>
              </a:r>
            </a:p>
          </p:txBody>
        </p:sp>
        <p:sp>
          <p:nvSpPr>
            <p:cNvPr id="50" name="TextBox 34">
              <a:extLst>
                <a:ext uri="{FF2B5EF4-FFF2-40B4-BE49-F238E27FC236}">
                  <a16:creationId xmlns:a16="http://schemas.microsoft.com/office/drawing/2014/main" id="{CC6C2149-6213-3429-A426-FFAD4ABA2841}"/>
                </a:ext>
              </a:extLst>
            </p:cNvPr>
            <p:cNvSpPr txBox="1"/>
            <p:nvPr/>
          </p:nvSpPr>
          <p:spPr>
            <a:xfrm>
              <a:off x="12454126" y="8083295"/>
              <a:ext cx="2523745" cy="176662"/>
            </a:xfrm>
            <a:prstGeom prst="rect">
              <a:avLst/>
            </a:prstGeom>
            <a:solidFill>
              <a:srgbClr val="FFFFFF"/>
            </a:solidFill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570" b="0">
                  <a:solidFill>
                    <a:srgbClr val="203A53"/>
                  </a:solidFill>
                  <a:latin typeface="Meiryo UI"/>
                </a:defRPr>
              </a:pPr>
              <a:r>
                <a:rPr sz="458">
                  <a:latin typeface="Meiryo UI"/>
                  <a:ea typeface="Meiryo UI"/>
                </a:rPr>
                <a:t>対応する実装のインスタンスを返す</a:t>
              </a:r>
            </a:p>
          </p:txBody>
        </p:sp>
        <p:sp>
          <p:nvSpPr>
            <p:cNvPr id="51" name="TextBox 35">
              <a:extLst>
                <a:ext uri="{FF2B5EF4-FFF2-40B4-BE49-F238E27FC236}">
                  <a16:creationId xmlns:a16="http://schemas.microsoft.com/office/drawing/2014/main" id="{165EDD02-E371-2837-F0AB-AB5FD6A5196B}"/>
                </a:ext>
              </a:extLst>
            </p:cNvPr>
            <p:cNvSpPr txBox="1"/>
            <p:nvPr/>
          </p:nvSpPr>
          <p:spPr>
            <a:xfrm>
              <a:off x="1719072" y="8979407"/>
              <a:ext cx="2103120" cy="461340"/>
            </a:xfrm>
            <a:prstGeom prst="rect">
              <a:avLst/>
            </a:prstGeom>
            <a:noFill/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defRPr sz="744" b="1">
                  <a:solidFill>
                    <a:srgbClr val="203A53"/>
                  </a:solidFill>
                  <a:latin typeface="Meiryo UI"/>
                </a:defRPr>
              </a:pPr>
              <a:r>
                <a:rPr sz="598">
                  <a:latin typeface="Meiryo UI"/>
                  <a:ea typeface="Meiryo UI"/>
                </a:rPr>
                <a:t>2.4</a:t>
              </a:r>
            </a:p>
            <a:p>
              <a:pPr algn="l">
                <a:defRPr sz="744" b="1">
                  <a:solidFill>
                    <a:srgbClr val="203A53"/>
                  </a:solidFill>
                  <a:latin typeface="Meiryo UI"/>
                </a:defRPr>
              </a:pPr>
              <a:r>
                <a:rPr sz="598">
                  <a:latin typeface="Meiryo UI"/>
                  <a:ea typeface="Meiryo UI"/>
                </a:rPr>
                <a:t>APIの呼び出し</a:t>
              </a:r>
            </a:p>
          </p:txBody>
        </p:sp>
        <p:sp>
          <p:nvSpPr>
            <p:cNvPr id="52" name="TextBox 37">
              <a:extLst>
                <a:ext uri="{FF2B5EF4-FFF2-40B4-BE49-F238E27FC236}">
                  <a16:creationId xmlns:a16="http://schemas.microsoft.com/office/drawing/2014/main" id="{1DF04608-A78E-E5AA-7E0B-6D8063C9464A}"/>
                </a:ext>
              </a:extLst>
            </p:cNvPr>
            <p:cNvSpPr txBox="1"/>
            <p:nvPr/>
          </p:nvSpPr>
          <p:spPr>
            <a:xfrm>
              <a:off x="12454126" y="9043414"/>
              <a:ext cx="5266945" cy="176662"/>
            </a:xfrm>
            <a:prstGeom prst="rect">
              <a:avLst/>
            </a:prstGeom>
            <a:solidFill>
              <a:srgbClr val="FFFFFF"/>
            </a:solidFill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570" b="0">
                  <a:solidFill>
                    <a:srgbClr val="203A53"/>
                  </a:solidFill>
                  <a:latin typeface="Meiryo UI"/>
                </a:defRPr>
              </a:pPr>
              <a:r>
                <a:rPr sz="458">
                  <a:latin typeface="Meiryo UI"/>
                  <a:ea typeface="Meiryo UI"/>
                </a:rPr>
                <a:t>取得したインスタンスのAPIを呼び出す</a:t>
              </a:r>
            </a:p>
          </p:txBody>
        </p:sp>
        <p:sp>
          <p:nvSpPr>
            <p:cNvPr id="53" name="TextBox 39">
              <a:extLst>
                <a:ext uri="{FF2B5EF4-FFF2-40B4-BE49-F238E27FC236}">
                  <a16:creationId xmlns:a16="http://schemas.microsoft.com/office/drawing/2014/main" id="{8E117643-E9FB-18E4-5EEE-A7CB68399DD4}"/>
                </a:ext>
              </a:extLst>
            </p:cNvPr>
            <p:cNvSpPr txBox="1"/>
            <p:nvPr/>
          </p:nvSpPr>
          <p:spPr>
            <a:xfrm>
              <a:off x="12454126" y="9747504"/>
              <a:ext cx="5266945" cy="176662"/>
            </a:xfrm>
            <a:prstGeom prst="rect">
              <a:avLst/>
            </a:prstGeom>
            <a:solidFill>
              <a:srgbClr val="FFFFFF"/>
            </a:solidFill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570" b="0">
                  <a:solidFill>
                    <a:srgbClr val="203A53"/>
                  </a:solidFill>
                  <a:latin typeface="Meiryo UI"/>
                </a:defRPr>
              </a:pPr>
              <a:r>
                <a:rPr sz="458">
                  <a:latin typeface="Meiryo UI"/>
                  <a:ea typeface="Meiryo UI"/>
                </a:rPr>
                <a:t>結果または受信通知</a:t>
              </a:r>
            </a:p>
          </p:txBody>
        </p:sp>
        <p:sp>
          <p:nvSpPr>
            <p:cNvPr id="54" name="TextBox 41">
              <a:extLst>
                <a:ext uri="{FF2B5EF4-FFF2-40B4-BE49-F238E27FC236}">
                  <a16:creationId xmlns:a16="http://schemas.microsoft.com/office/drawing/2014/main" id="{C947FAD3-FA32-8283-B0EE-ECE4E5819FA7}"/>
                </a:ext>
              </a:extLst>
            </p:cNvPr>
            <p:cNvSpPr txBox="1"/>
            <p:nvPr/>
          </p:nvSpPr>
          <p:spPr>
            <a:xfrm>
              <a:off x="9710929" y="10451590"/>
              <a:ext cx="2523745" cy="176662"/>
            </a:xfrm>
            <a:prstGeom prst="rect">
              <a:avLst/>
            </a:prstGeom>
            <a:solidFill>
              <a:srgbClr val="FFFFFF"/>
            </a:solidFill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570" b="0">
                  <a:solidFill>
                    <a:srgbClr val="203A53"/>
                  </a:solidFill>
                  <a:latin typeface="Meiryo UI"/>
                </a:defRPr>
              </a:pPr>
              <a:r>
                <a:rPr sz="458">
                  <a:latin typeface="Meiryo UI"/>
                  <a:ea typeface="Meiryo UI"/>
                </a:rPr>
                <a:t>プロパティを更新して表示に反映</a:t>
              </a:r>
            </a:p>
          </p:txBody>
        </p:sp>
        <p:sp>
          <p:nvSpPr>
            <p:cNvPr id="55" name="TextBox 42">
              <a:extLst>
                <a:ext uri="{FF2B5EF4-FFF2-40B4-BE49-F238E27FC236}">
                  <a16:creationId xmlns:a16="http://schemas.microsoft.com/office/drawing/2014/main" id="{059021B6-9493-D4CB-1587-8EE5BD7DD1F5}"/>
                </a:ext>
              </a:extLst>
            </p:cNvPr>
            <p:cNvSpPr txBox="1"/>
            <p:nvPr/>
          </p:nvSpPr>
          <p:spPr>
            <a:xfrm>
              <a:off x="1719072" y="11347702"/>
              <a:ext cx="2103120" cy="461340"/>
            </a:xfrm>
            <a:prstGeom prst="rect">
              <a:avLst/>
            </a:prstGeom>
            <a:noFill/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defRPr sz="744" b="1">
                  <a:solidFill>
                    <a:srgbClr val="203A53"/>
                  </a:solidFill>
                  <a:latin typeface="Meiryo UI"/>
                </a:defRPr>
              </a:pPr>
              <a:r>
                <a:rPr sz="598">
                  <a:latin typeface="Meiryo UI"/>
                  <a:ea typeface="Meiryo UI"/>
                </a:rPr>
                <a:t>2.5</a:t>
              </a:r>
            </a:p>
            <a:p>
              <a:pPr algn="l">
                <a:defRPr sz="744" b="1">
                  <a:solidFill>
                    <a:srgbClr val="203A53"/>
                  </a:solidFill>
                  <a:latin typeface="Meiryo UI"/>
                </a:defRPr>
              </a:pPr>
              <a:r>
                <a:rPr sz="598">
                  <a:latin typeface="Meiryo UI"/>
                  <a:ea typeface="Meiryo UI"/>
                </a:rPr>
                <a:t>利用終了とエラー処理</a:t>
              </a:r>
            </a:p>
          </p:txBody>
        </p:sp>
        <p:sp>
          <p:nvSpPr>
            <p:cNvPr id="56" name="TextBox 44">
              <a:extLst>
                <a:ext uri="{FF2B5EF4-FFF2-40B4-BE49-F238E27FC236}">
                  <a16:creationId xmlns:a16="http://schemas.microsoft.com/office/drawing/2014/main" id="{5894AFCE-862D-F248-320B-F2AD03D6D623}"/>
                </a:ext>
              </a:extLst>
            </p:cNvPr>
            <p:cNvSpPr txBox="1"/>
            <p:nvPr/>
          </p:nvSpPr>
          <p:spPr>
            <a:xfrm>
              <a:off x="12454126" y="11411712"/>
              <a:ext cx="5266945" cy="176662"/>
            </a:xfrm>
            <a:prstGeom prst="rect">
              <a:avLst/>
            </a:prstGeom>
            <a:solidFill>
              <a:srgbClr val="FFFFFF"/>
            </a:solidFill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570" b="0">
                  <a:solidFill>
                    <a:srgbClr val="203A53"/>
                  </a:solidFill>
                  <a:latin typeface="Meiryo UI"/>
                </a:defRPr>
              </a:pPr>
              <a:r>
                <a:rPr sz="458">
                  <a:latin typeface="Meiryo UI"/>
                  <a:ea typeface="Meiryo UI"/>
                </a:rPr>
                <a:t>利用終了処理を呼び出す</a:t>
              </a:r>
            </a:p>
          </p:txBody>
        </p:sp>
        <p:sp>
          <p:nvSpPr>
            <p:cNvPr id="57" name="TextBox 46">
              <a:extLst>
                <a:ext uri="{FF2B5EF4-FFF2-40B4-BE49-F238E27FC236}">
                  <a16:creationId xmlns:a16="http://schemas.microsoft.com/office/drawing/2014/main" id="{418C2AEA-F41E-1ED5-2E7A-6352247CFEAA}"/>
                </a:ext>
              </a:extLst>
            </p:cNvPr>
            <p:cNvSpPr txBox="1"/>
            <p:nvPr/>
          </p:nvSpPr>
          <p:spPr>
            <a:xfrm>
              <a:off x="12454126" y="12115800"/>
              <a:ext cx="5266945" cy="176662"/>
            </a:xfrm>
            <a:prstGeom prst="rect">
              <a:avLst/>
            </a:prstGeom>
            <a:solidFill>
              <a:srgbClr val="FFFFFF"/>
            </a:solidFill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570" b="0">
                  <a:solidFill>
                    <a:srgbClr val="203A53"/>
                  </a:solidFill>
                  <a:latin typeface="Meiryo UI"/>
                </a:defRPr>
              </a:pPr>
              <a:r>
                <a:rPr sz="458">
                  <a:latin typeface="Meiryo UI"/>
                  <a:ea typeface="Meiryo UI"/>
                </a:rPr>
                <a:t>終了結果</a:t>
              </a:r>
            </a:p>
          </p:txBody>
        </p:sp>
        <p:sp>
          <p:nvSpPr>
            <p:cNvPr id="58" name="TextBox 47">
              <a:extLst>
                <a:ext uri="{FF2B5EF4-FFF2-40B4-BE49-F238E27FC236}">
                  <a16:creationId xmlns:a16="http://schemas.microsoft.com/office/drawing/2014/main" id="{99859EC2-52A8-7A8E-8FE8-3100D9641994}"/>
                </a:ext>
              </a:extLst>
            </p:cNvPr>
            <p:cNvSpPr txBox="1"/>
            <p:nvPr/>
          </p:nvSpPr>
          <p:spPr>
            <a:xfrm>
              <a:off x="320040" y="13277089"/>
              <a:ext cx="18470879" cy="184376"/>
            </a:xfrm>
            <a:prstGeom prst="rect">
              <a:avLst/>
            </a:prstGeom>
            <a:noFill/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defRPr sz="595" b="0">
                  <a:solidFill>
                    <a:srgbClr val="203A53"/>
                  </a:solidFill>
                  <a:latin typeface="Meiryo UI"/>
                </a:defRPr>
              </a:pPr>
              <a:r>
                <a:rPr sz="478">
                  <a:latin typeface="Meiryo UI"/>
                  <a:ea typeface="Meiryo UI"/>
                </a:rPr>
                <a:t>A4帳票印刷とPOSAカード取引は、機器取得の代わりに対応するインターフェースをDIから受け取ります。取得方法は2.3に記載します。</a:t>
              </a:r>
            </a:p>
          </p:txBody>
        </p:sp>
        <p:sp>
          <p:nvSpPr>
            <p:cNvPr id="59" name="Screen ViewModel association return arrow">
              <a:extLst>
                <a:ext uri="{FF2B5EF4-FFF2-40B4-BE49-F238E27FC236}">
                  <a16:creationId xmlns:a16="http://schemas.microsoft.com/office/drawing/2014/main" id="{EBAC32BC-3421-FED6-24A2-BA4682C5DF62}"/>
                </a:ext>
              </a:extLst>
            </p:cNvPr>
            <p:cNvSpPr/>
            <p:nvPr/>
          </p:nvSpPr>
          <p:spPr>
            <a:xfrm rot="5400000">
              <a:off x="9884664" y="5239512"/>
              <a:ext cx="256032" cy="822960"/>
            </a:xfrm>
            <a:prstGeom prst="uturnArrow">
              <a:avLst>
                <a:gd name="adj1" fmla="val 14000"/>
                <a:gd name="adj2" fmla="val 25000"/>
                <a:gd name="adj3" fmla="val 25000"/>
                <a:gd name="adj4" fmla="val 43750"/>
                <a:gd name="adj5" fmla="val 100000"/>
              </a:avLst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885"/>
            </a:p>
          </p:txBody>
        </p:sp>
        <p:sp>
          <p:nvSpPr>
            <p:cNvPr id="60" name="TextBox 34">
              <a:extLst>
                <a:ext uri="{FF2B5EF4-FFF2-40B4-BE49-F238E27FC236}">
                  <a16:creationId xmlns:a16="http://schemas.microsoft.com/office/drawing/2014/main" id="{A2FD9375-79ED-ECD5-CAE1-B5F578492CE3}"/>
                </a:ext>
              </a:extLst>
            </p:cNvPr>
            <p:cNvSpPr txBox="1"/>
            <p:nvPr/>
          </p:nvSpPr>
          <p:spPr>
            <a:xfrm>
              <a:off x="15197329" y="7424926"/>
              <a:ext cx="2523745" cy="176662"/>
            </a:xfrm>
            <a:prstGeom prst="rect">
              <a:avLst/>
            </a:prstGeom>
            <a:solidFill>
              <a:srgbClr val="FFFFFF"/>
            </a:solidFill>
            <a:ln w="12599"/>
          </p:spPr>
          <p:txBody>
            <a:bodyPr wrap="square" lIns="14590" tIns="0" rIns="14590" bIns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570" b="0">
                  <a:solidFill>
                    <a:srgbClr val="203A53"/>
                  </a:solidFill>
                  <a:latin typeface="Meiryo UI"/>
                </a:defRPr>
              </a:pPr>
              <a:r>
                <a:rPr sz="458">
                  <a:latin typeface="Meiryo UI"/>
                  <a:ea typeface="Meiryo UI"/>
                </a:rPr>
                <a:t>対応する実装のインスタンスを生成</a:t>
              </a:r>
            </a:p>
          </p:txBody>
        </p:sp>
        <p:cxnSp>
          <p:nvCxnSpPr>
            <p:cNvPr id="61" name="Connector 55">
              <a:extLst>
                <a:ext uri="{FF2B5EF4-FFF2-40B4-BE49-F238E27FC236}">
                  <a16:creationId xmlns:a16="http://schemas.microsoft.com/office/drawing/2014/main" id="{6426003B-C72C-BBDC-68A4-1348FEB00EA5}"/>
                </a:ext>
              </a:extLst>
            </p:cNvPr>
            <p:cNvCxnSpPr/>
            <p:nvPr/>
          </p:nvCxnSpPr>
          <p:spPr>
            <a:xfrm>
              <a:off x="15087600" y="7891271"/>
              <a:ext cx="2743200" cy="0"/>
            </a:xfrm>
            <a:prstGeom prst="line">
              <a:avLst/>
            </a:prstGeom>
            <a:ln w="17324">
              <a:solidFill>
                <a:srgbClr val="1F4E7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5431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ユーザー設定</PresentationFormat>
  <Paragraphs>36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グエンホンソン</dc:creator>
  <cp:lastModifiedBy>グエンホンソン</cp:lastModifiedBy>
  <cp:revision>1</cp:revision>
  <dcterms:created xsi:type="dcterms:W3CDTF">2026-09-11T04:37:19Z</dcterms:created>
  <dcterms:modified xsi:type="dcterms:W3CDTF">2026-09-11T04:37:19Z</dcterms:modified>
</cp:coreProperties>
</file>