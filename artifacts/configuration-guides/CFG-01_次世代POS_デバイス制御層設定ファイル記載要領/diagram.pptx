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201168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54" y="-8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2376" y="384048"/>
            <a:ext cx="12472416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1F3864"/>
                </a:solidFill>
                <a:latin typeface="Meiryo UI"/>
              </a:rPr>
              <a:t>端末側設定ファイル起動時読込フロー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94792" y="384048"/>
            <a:ext cx="6199632" cy="7772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1400" b="0">
                <a:solidFill>
                  <a:srgbClr val="7C8391"/>
                </a:solidFill>
                <a:latin typeface="Meiryo UI"/>
              </a:rPr>
              <a:t>【CFG-01】 | 3.2 device_controller_config.json 詳細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6035040" cy="10058400"/>
          </a:xfrm>
          <a:prstGeom prst="roundRect">
            <a:avLst>
              <a:gd name="adj" fmla="val 2000"/>
            </a:avLst>
          </a:prstGeom>
          <a:noFill/>
          <a:ln w="254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65376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81" b="1">
                <a:solidFill>
                  <a:srgbClr val="2E75B6"/>
                </a:solidFill>
                <a:latin typeface="Meiryo UI"/>
              </a:rPr>
              <a:t>（1）起動・JSON確認フェーズ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737360"/>
            <a:ext cx="6400800" cy="10058400"/>
          </a:xfrm>
          <a:prstGeom prst="roundRect">
            <a:avLst>
              <a:gd name="adj" fmla="val 2000"/>
            </a:avLst>
          </a:prstGeom>
          <a:noFill/>
          <a:ln w="254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0" y="1865376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81" b="1">
                <a:solidFill>
                  <a:srgbClr val="C55A11"/>
                </a:solidFill>
                <a:latin typeface="Meiryo UI"/>
              </a:rPr>
              <a:t>（2）SQLite永続化・フォールバックフェーズ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807440" y="1737360"/>
            <a:ext cx="5852160" cy="10058400"/>
          </a:xfrm>
          <a:prstGeom prst="roundRect">
            <a:avLst>
              <a:gd name="adj" fmla="val 2000"/>
            </a:avLst>
          </a:prstGeom>
          <a:noFill/>
          <a:ln w="254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807440" y="1865376"/>
            <a:ext cx="5852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81" b="1">
                <a:solidFill>
                  <a:srgbClr val="7030A0"/>
                </a:solidFill>
                <a:latin typeface="Meiryo UI"/>
              </a:rPr>
              <a:t>（3）設定適用・運用開始フェーズ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651760"/>
            <a:ext cx="4846320" cy="566928"/>
          </a:xfrm>
          <a:prstGeom prst="roundRect">
            <a:avLst>
              <a:gd name="adj" fmla="val 16000"/>
            </a:avLst>
          </a:prstGeom>
          <a:solidFill>
            <a:srgbClr val="DDEB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① アプリ起動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MauiProgram.InitializeAsync を呼び出し</a:t>
            </a:r>
          </a:p>
        </p:txBody>
      </p:sp>
      <p:sp>
        <p:nvSpPr>
          <p:cNvPr id="11" name="Diamond 10"/>
          <p:cNvSpPr/>
          <p:nvPr/>
        </p:nvSpPr>
        <p:spPr>
          <a:xfrm>
            <a:off x="1051560" y="4087368"/>
            <a:ext cx="4846320" cy="822960"/>
          </a:xfrm>
          <a:prstGeom prst="diamond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② 端末別JSONファイルが</a:t>
            </a:r>
          </a:p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AppData配下に存在するか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5779008"/>
            <a:ext cx="4846320" cy="566928"/>
          </a:xfrm>
          <a:prstGeom prst="roundRect">
            <a:avLst>
              <a:gd name="adj" fmla="val 16000"/>
            </a:avLst>
          </a:prstGeom>
          <a:solidFill>
            <a:srgbClr val="DDEB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③ JSONをDeviceConfigへ変換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JSON解析・型と定義内容の検証を実施</a:t>
            </a:r>
          </a:p>
        </p:txBody>
      </p:sp>
      <p:sp>
        <p:nvSpPr>
          <p:cNvPr id="13" name="Diamond 12"/>
          <p:cNvSpPr/>
          <p:nvPr/>
        </p:nvSpPr>
        <p:spPr>
          <a:xfrm>
            <a:off x="1051560" y="7214616"/>
            <a:ext cx="4846320" cy="822960"/>
          </a:xfrm>
          <a:prstGeom prst="diamond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③-1 JSON解析・検証に</a:t>
            </a:r>
          </a:p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成功したか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8906256"/>
            <a:ext cx="4846320" cy="777240"/>
          </a:xfrm>
          <a:prstGeom prst="roundRect">
            <a:avLst>
              <a:gd name="adj" fmla="val 15294"/>
            </a:avLst>
          </a:prstGeom>
          <a:solidFill>
            <a:srgbClr val="DDEB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④ device_controller_config.dbへ再登録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4テーブルへ同一トランザクションで登録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（JSONファイルへは書き戻さない）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10972800"/>
            <a:ext cx="484632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595959"/>
                </a:solidFill>
                <a:latin typeface="Meiryo UI"/>
              </a:rPr>
              <a:t>AppData配下の設定を優先読込し、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595959"/>
                </a:solidFill>
                <a:latin typeface="Meiryo UI"/>
              </a:rPr>
              <a:t>SQLiteへ同一トランザクションで反映します。</a:t>
            </a:r>
          </a:p>
        </p:txBody>
      </p:sp>
      <p:cxnSp>
        <p:nvCxnSpPr>
          <p:cNvPr id="16" name="Connector 15"/>
          <p:cNvCxnSpPr>
            <a:stCxn id="10" idx="2"/>
            <a:endCxn id="11" idx="0"/>
          </p:cNvCxnSpPr>
          <p:nvPr/>
        </p:nvCxnSpPr>
        <p:spPr>
          <a:xfrm>
            <a:off x="3474720" y="3218688"/>
            <a:ext cx="0" cy="868680"/>
          </a:xfrm>
          <a:prstGeom prst="line">
            <a:avLst/>
          </a:prstGeom>
          <a:ln w="25400" cap="rnd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11" idx="2"/>
            <a:endCxn id="12" idx="0"/>
          </p:cNvCxnSpPr>
          <p:nvPr/>
        </p:nvCxnSpPr>
        <p:spPr>
          <a:xfrm>
            <a:off x="3474720" y="4910328"/>
            <a:ext cx="0" cy="868680"/>
          </a:xfrm>
          <a:prstGeom prst="line">
            <a:avLst/>
          </a:prstGeom>
          <a:ln w="25400" cap="rnd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08960" y="5212080"/>
            <a:ext cx="7315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548235"/>
            </a:solidFill>
          </a:ln>
        </p:spPr>
        <p:txBody>
          <a:bodyPr wrap="square" lIns="36576" tIns="0" rIns="36576" bIns="0" anchor="ctr">
            <a:spAutoFit/>
          </a:bodyPr>
          <a:lstStyle/>
          <a:p>
            <a:pPr algn="ctr"/>
            <a:r>
              <a:rPr sz="886" b="1">
                <a:solidFill>
                  <a:srgbClr val="111111"/>
                </a:solidFill>
                <a:latin typeface="Meiryo UI"/>
              </a:rPr>
              <a:t>はい</a:t>
            </a:r>
          </a:p>
        </p:txBody>
      </p:sp>
      <p:cxnSp>
        <p:nvCxnSpPr>
          <p:cNvPr id="19" name="Connector 18"/>
          <p:cNvCxnSpPr>
            <a:stCxn id="12" idx="2"/>
            <a:endCxn id="13" idx="0"/>
          </p:cNvCxnSpPr>
          <p:nvPr/>
        </p:nvCxnSpPr>
        <p:spPr>
          <a:xfrm>
            <a:off x="3474720" y="6345936"/>
            <a:ext cx="0" cy="868680"/>
          </a:xfrm>
          <a:prstGeom prst="line">
            <a:avLst/>
          </a:prstGeom>
          <a:ln w="25400" cap="rnd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13" idx="2"/>
            <a:endCxn id="14" idx="0"/>
          </p:cNvCxnSpPr>
          <p:nvPr/>
        </p:nvCxnSpPr>
        <p:spPr>
          <a:xfrm>
            <a:off x="3474720" y="8037576"/>
            <a:ext cx="0" cy="868680"/>
          </a:xfrm>
          <a:prstGeom prst="line">
            <a:avLst/>
          </a:prstGeom>
          <a:ln w="25400" cap="rnd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108960" y="8341868"/>
            <a:ext cx="7315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548235"/>
            </a:solidFill>
          </a:ln>
        </p:spPr>
        <p:txBody>
          <a:bodyPr wrap="square" lIns="36576" tIns="0" rIns="36576" bIns="0" anchor="ctr">
            <a:spAutoFit/>
          </a:bodyPr>
          <a:lstStyle/>
          <a:p>
            <a:pPr algn="ctr"/>
            <a:r>
              <a:rPr sz="886" b="1">
                <a:solidFill>
                  <a:srgbClr val="111111"/>
                </a:solidFill>
                <a:latin typeface="Meiryo UI"/>
              </a:rPr>
              <a:t>はい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2651760"/>
            <a:ext cx="5212080" cy="566928"/>
          </a:xfrm>
          <a:custGeom>
            <a:avLst/>
            <a:gdLst/>
            <a:ahLst/>
            <a:cxnLst>
              <a:cxn ang="16200000">
                <a:pos x="2606040" y="0"/>
              </a:cxn>
              <a:cxn ang="10800000">
                <a:pos x="0" y="283464"/>
              </a:cxn>
              <a:cxn ang="5400000">
                <a:pos x="2606040" y="566928"/>
              </a:cxn>
              <a:cxn ang="0">
                <a:pos x="5212080" y="283464"/>
              </a:cxn>
              <a:cxn ang="0">
                <a:pos x="5212080" y="141732"/>
              </a:cxn>
              <a:cxn ang="0">
                <a:pos x="5212080" y="425196"/>
              </a:cxn>
              <a:cxn ang="10800000">
                <a:pos x="0" y="141732"/>
              </a:cxn>
              <a:cxn ang="10800000">
                <a:pos x="0" y="425196"/>
              </a:cxn>
              <a:cxn ang="16200000">
                <a:pos x="1303020" y="0"/>
              </a:cxn>
              <a:cxn ang="16200000">
                <a:pos x="3909060" y="0"/>
              </a:cxn>
              <a:cxn ang="5400000">
                <a:pos x="1303020" y="566928"/>
              </a:cxn>
              <a:cxn ang="5400000">
                <a:pos x="3909060" y="566928"/>
              </a:cxn>
            </a:cxnLst>
            <a:rect l="0" t="0" r="r" b="b"/>
            <a:pathLst>
              <a:path w="5212080" h="566928">
                <a:moveTo>
                  <a:pt x="90708" y="0"/>
                </a:moveTo>
                <a:lnTo>
                  <a:pt x="5121372" y="0"/>
                </a:lnTo>
                <a:arcTo wR="90708" hR="90708" stAng="16200000" swAng="5400000"/>
                <a:lnTo>
                  <a:pt x="5212080" y="476220"/>
                </a:lnTo>
                <a:arcTo wR="90708" hR="90708" stAng="0" swAng="5400000"/>
                <a:lnTo>
                  <a:pt x="90708" y="566928"/>
                </a:lnTo>
                <a:arcTo wR="90708" hR="90708" stAng="5400000" swAng="5400000"/>
                <a:lnTo>
                  <a:pt x="0" y="90708"/>
                </a:lnTo>
                <a:arcTo wR="90708" hR="90708" stAng="10800000" swAng="5400000"/>
                <a:close/>
              </a:path>
            </a:pathLst>
          </a:custGeom>
          <a:solidFill>
            <a:srgbClr val="DDEB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⑤ 既存SQLiteへフォールバック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読込不可・検証失敗時は警告ログを出力</a:t>
            </a:r>
          </a:p>
        </p:txBody>
      </p:sp>
      <p:sp>
        <p:nvSpPr>
          <p:cNvPr id="23" name="Diamond 22"/>
          <p:cNvSpPr/>
          <p:nvPr/>
        </p:nvSpPr>
        <p:spPr>
          <a:xfrm>
            <a:off x="7543800" y="3877056"/>
            <a:ext cx="5212080" cy="822960"/>
          </a:xfrm>
          <a:prstGeom prst="diamond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⑤-1 既存SQLiteに</a:t>
            </a:r>
          </a:p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設定が登録済みか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5358384"/>
            <a:ext cx="5212080" cy="777240"/>
          </a:xfrm>
          <a:prstGeom prst="roundRect">
            <a:avLst>
              <a:gd name="adj" fmla="val 15294"/>
            </a:avLst>
          </a:prstGeom>
          <a:solidFill>
            <a:srgbClr val="DDEB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⑥ 組込みデフォルトJSONを登録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SQLite未初期化時のみ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TabletPos.DeviceCtrl組込みリソースを登録</a:t>
            </a:r>
          </a:p>
        </p:txBody>
      </p:sp>
      <p:sp>
        <p:nvSpPr>
          <p:cNvPr id="25" name="Diamond 24"/>
          <p:cNvSpPr/>
          <p:nvPr/>
        </p:nvSpPr>
        <p:spPr>
          <a:xfrm>
            <a:off x="7543800" y="6793992"/>
            <a:ext cx="5212080" cy="822960"/>
          </a:xfrm>
          <a:prstGeom prst="diamond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⑥-1 デフォルト登録に</a:t>
            </a:r>
          </a:p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成功したか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8275320"/>
            <a:ext cx="5212080" cy="566928"/>
          </a:xfrm>
          <a:custGeom>
            <a:avLst/>
            <a:gdLst/>
            <a:ahLst/>
            <a:cxnLst>
              <a:cxn ang="16200000">
                <a:pos x="2606040" y="0"/>
              </a:cxn>
              <a:cxn ang="10800000">
                <a:pos x="0" y="283464"/>
              </a:cxn>
              <a:cxn ang="5400000">
                <a:pos x="2606040" y="566928"/>
              </a:cxn>
              <a:cxn ang="0">
                <a:pos x="5212080" y="283464"/>
              </a:cxn>
              <a:cxn ang="0">
                <a:pos x="5212080" y="141732"/>
              </a:cxn>
              <a:cxn ang="0">
                <a:pos x="5212080" y="425196"/>
              </a:cxn>
              <a:cxn ang="10800000">
                <a:pos x="0" y="141732"/>
              </a:cxn>
              <a:cxn ang="10800000">
                <a:pos x="0" y="425196"/>
              </a:cxn>
              <a:cxn ang="16200000">
                <a:pos x="1303020" y="0"/>
              </a:cxn>
              <a:cxn ang="16200000">
                <a:pos x="3909060" y="0"/>
              </a:cxn>
              <a:cxn ang="5400000">
                <a:pos x="1303020" y="566928"/>
              </a:cxn>
              <a:cxn ang="5400000">
                <a:pos x="3909060" y="566928"/>
              </a:cxn>
            </a:cxnLst>
            <a:rect l="0" t="0" r="r" b="b"/>
            <a:pathLst>
              <a:path w="5212080" h="566928">
                <a:moveTo>
                  <a:pt x="90708" y="0"/>
                </a:moveTo>
                <a:lnTo>
                  <a:pt x="5121372" y="0"/>
                </a:lnTo>
                <a:arcTo wR="90708" hR="90708" stAng="16200000" swAng="5400000"/>
                <a:lnTo>
                  <a:pt x="5212080" y="476220"/>
                </a:lnTo>
                <a:arcTo wR="90708" hR="90708" stAng="0" swAng="5400000"/>
                <a:lnTo>
                  <a:pt x="90708" y="566928"/>
                </a:lnTo>
                <a:arcTo wR="90708" hR="90708" stAng="5400000" swAng="5400000"/>
                <a:lnTo>
                  <a:pt x="0" y="90708"/>
                </a:lnTo>
                <a:arcTo wR="90708" hR="90708" stAng="10800000" swAng="5400000"/>
                <a:close/>
              </a:path>
            </a:pathLst>
          </a:custGeom>
          <a:solidFill>
            <a:srgbClr val="DDEB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⑦ SQLiteからDeviceConfigを復元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実行中に使用する設定はSQLiteから読み込む</a:t>
            </a:r>
          </a:p>
        </p:txBody>
      </p:sp>
      <p:sp>
        <p:nvSpPr>
          <p:cNvPr id="27" name="Diamond 26"/>
          <p:cNvSpPr/>
          <p:nvPr/>
        </p:nvSpPr>
        <p:spPr>
          <a:xfrm>
            <a:off x="7543800" y="9500616"/>
            <a:ext cx="5212080" cy="822960"/>
          </a:xfrm>
          <a:prstGeom prst="diamond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⑦-1 設定モデルの復元に</a:t>
            </a:r>
          </a:p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成功したか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10767060"/>
            <a:ext cx="5212080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595959"/>
                </a:solidFill>
                <a:latin typeface="Meiryo UI"/>
              </a:rPr>
              <a:t>JSON読込に失敗した場合でも、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595959"/>
                </a:solidFill>
                <a:latin typeface="Meiryo UI"/>
              </a:rPr>
              <a:t>既存SQLiteがあればフォールバックして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595959"/>
                </a:solidFill>
                <a:latin typeface="Meiryo UI"/>
              </a:rPr>
              <a:t>運用を継続します。</a:t>
            </a:r>
          </a:p>
        </p:txBody>
      </p:sp>
      <p:cxnSp>
        <p:nvCxnSpPr>
          <p:cNvPr id="29" name="Connector 28"/>
          <p:cNvCxnSpPr>
            <a:stCxn id="22" idx="2"/>
            <a:endCxn id="23" idx="0"/>
          </p:cNvCxnSpPr>
          <p:nvPr/>
        </p:nvCxnSpPr>
        <p:spPr>
          <a:xfrm>
            <a:off x="10149840" y="3218688"/>
            <a:ext cx="0" cy="658368"/>
          </a:xfrm>
          <a:prstGeom prst="line">
            <a:avLst/>
          </a:prstGeom>
          <a:ln w="25400" cap="rnd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24" idx="2"/>
            <a:endCxn id="25" idx="0"/>
          </p:cNvCxnSpPr>
          <p:nvPr/>
        </p:nvCxnSpPr>
        <p:spPr>
          <a:xfrm>
            <a:off x="10149840" y="6135624"/>
            <a:ext cx="0" cy="658368"/>
          </a:xfrm>
          <a:prstGeom prst="line">
            <a:avLst/>
          </a:prstGeom>
          <a:ln w="25400" cap="rnd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stCxn id="25" idx="2"/>
            <a:endCxn id="26" idx="0"/>
          </p:cNvCxnSpPr>
          <p:nvPr/>
        </p:nvCxnSpPr>
        <p:spPr>
          <a:xfrm>
            <a:off x="10149840" y="7616952"/>
            <a:ext cx="0" cy="658368"/>
          </a:xfrm>
          <a:prstGeom prst="line">
            <a:avLst/>
          </a:prstGeom>
          <a:ln w="25400" cap="rnd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829800" y="7790688"/>
            <a:ext cx="7315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548235"/>
            </a:solidFill>
          </a:ln>
        </p:spPr>
        <p:txBody>
          <a:bodyPr wrap="square" lIns="36576" tIns="0" rIns="36576" bIns="0" anchor="ctr">
            <a:spAutoFit/>
          </a:bodyPr>
          <a:lstStyle/>
          <a:p>
            <a:pPr algn="ctr"/>
            <a:r>
              <a:rPr sz="886" b="1" dirty="0" err="1">
                <a:solidFill>
                  <a:srgbClr val="111111"/>
                </a:solidFill>
                <a:latin typeface="Meiryo UI"/>
              </a:rPr>
              <a:t>はい</a:t>
            </a:r>
            <a:endParaRPr sz="886" b="1" dirty="0">
              <a:solidFill>
                <a:srgbClr val="111111"/>
              </a:solidFill>
              <a:latin typeface="Meiryo UI"/>
            </a:endParaRPr>
          </a:p>
        </p:txBody>
      </p:sp>
      <p:cxnSp>
        <p:nvCxnSpPr>
          <p:cNvPr id="35" name="Connector 34"/>
          <p:cNvCxnSpPr>
            <a:stCxn id="26" idx="2"/>
            <a:endCxn id="27" idx="0"/>
          </p:cNvCxnSpPr>
          <p:nvPr/>
        </p:nvCxnSpPr>
        <p:spPr>
          <a:xfrm>
            <a:off x="10149840" y="8842248"/>
            <a:ext cx="0" cy="658368"/>
          </a:xfrm>
          <a:prstGeom prst="line">
            <a:avLst/>
          </a:prstGeom>
          <a:ln w="25400" cap="rnd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stCxn id="11" idx="3"/>
            <a:endCxn id="22" idx="6"/>
          </p:cNvCxnSpPr>
          <p:nvPr/>
        </p:nvCxnSpPr>
        <p:spPr>
          <a:xfrm flipV="1">
            <a:off x="5897880" y="2793492"/>
            <a:ext cx="1645920" cy="1705356"/>
          </a:xfrm>
          <a:prstGeom prst="bentConnector3">
            <a:avLst>
              <a:gd name="adj1" fmla="val 50370"/>
            </a:avLst>
          </a:prstGeom>
          <a:ln w="25400" cap="rnd">
            <a:solidFill>
              <a:srgbClr val="C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cxnSpLocks/>
          </p:cNvCxnSpPr>
          <p:nvPr/>
        </p:nvCxnSpPr>
        <p:spPr>
          <a:xfrm flipV="1">
            <a:off x="5975603" y="3063240"/>
            <a:ext cx="1645920" cy="4549140"/>
          </a:xfrm>
          <a:prstGeom prst="bentConnector3">
            <a:avLst>
              <a:gd name="adj1" fmla="val 40000"/>
            </a:avLst>
          </a:prstGeom>
          <a:ln w="25400" cap="rnd">
            <a:solidFill>
              <a:srgbClr val="C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157468" y="6524244"/>
            <a:ext cx="8229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wrap="square" lIns="36576" tIns="0" rIns="36576" bIns="0" anchor="ctr">
            <a:spAutoFit/>
          </a:bodyPr>
          <a:lstStyle/>
          <a:p>
            <a:pPr algn="ctr"/>
            <a:r>
              <a:rPr sz="886" b="1">
                <a:solidFill>
                  <a:srgbClr val="111111"/>
                </a:solidFill>
                <a:latin typeface="Meiryo UI"/>
              </a:rPr>
              <a:t>いいえ</a:t>
            </a:r>
          </a:p>
        </p:txBody>
      </p:sp>
      <p:cxnSp>
        <p:nvCxnSpPr>
          <p:cNvPr id="42" name="Connector 41"/>
          <p:cNvCxnSpPr>
            <a:stCxn id="14" idx="3"/>
            <a:endCxn id="26" idx="6"/>
          </p:cNvCxnSpPr>
          <p:nvPr/>
        </p:nvCxnSpPr>
        <p:spPr>
          <a:xfrm flipV="1">
            <a:off x="5897880" y="8417052"/>
            <a:ext cx="1645920" cy="877824"/>
          </a:xfrm>
          <a:prstGeom prst="bentConnector3">
            <a:avLst>
              <a:gd name="adj1" fmla="val 50000"/>
            </a:avLst>
          </a:prstGeom>
          <a:ln w="25400" cap="rnd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080759" y="8801100"/>
            <a:ext cx="12801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548235"/>
            </a:solidFill>
          </a:ln>
        </p:spPr>
        <p:txBody>
          <a:bodyPr wrap="square" lIns="36576" tIns="0" rIns="36576" bIns="0" anchor="ctr">
            <a:spAutoFit/>
          </a:bodyPr>
          <a:lstStyle/>
          <a:p>
            <a:pPr algn="ctr"/>
            <a:r>
              <a:rPr sz="886" b="1">
                <a:solidFill>
                  <a:srgbClr val="111111"/>
                </a:solidFill>
                <a:latin typeface="Meiryo UI"/>
              </a:rPr>
              <a:t>再登録完了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401800" y="2651760"/>
            <a:ext cx="4663440" cy="777240"/>
          </a:xfrm>
          <a:prstGeom prst="roundRect">
            <a:avLst>
              <a:gd name="adj" fmla="val 15294"/>
            </a:avLst>
          </a:prstGeom>
          <a:solidFill>
            <a:srgbClr val="DDEB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⑧ 有効デバイスと共通設定を適用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OS別ストラテジーを登録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activeDevices／appSettingsを適用</a:t>
            </a:r>
          </a:p>
        </p:txBody>
      </p:sp>
      <p:sp>
        <p:nvSpPr>
          <p:cNvPr id="45" name="Diamond 44"/>
          <p:cNvSpPr/>
          <p:nvPr/>
        </p:nvSpPr>
        <p:spPr>
          <a:xfrm>
            <a:off x="14401800" y="4480560"/>
            <a:ext cx="4663440" cy="822960"/>
          </a:xfrm>
          <a:prstGeom prst="diamond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⑧-1 有効デバイス・共通設定の</a:t>
            </a:r>
          </a:p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適用に成功したか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401800" y="6355080"/>
            <a:ext cx="4663440" cy="777240"/>
          </a:xfrm>
          <a:prstGeom prst="roundRect">
            <a:avLst>
              <a:gd name="adj" fmla="val 15294"/>
            </a:avLst>
          </a:prstGeom>
          <a:solidFill>
            <a:srgbClr val="E2F0D9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⑨ DeviceCtrl利用準備完了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公開Getterを利用可能状態にする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（複数回初期化されても読込・適用は一度のみ）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401800" y="7863840"/>
            <a:ext cx="4663440" cy="1371600"/>
          </a:xfrm>
          <a:custGeom>
            <a:avLst/>
            <a:gdLst/>
            <a:ahLst/>
            <a:cxnLst>
              <a:cxn ang="16200000">
                <a:pos x="2331720" y="0"/>
              </a:cxn>
              <a:cxn ang="10800000">
                <a:pos x="0" y="685800"/>
              </a:cxn>
              <a:cxn ang="5400000">
                <a:pos x="2331720" y="1371600"/>
              </a:cxn>
              <a:cxn ang="0">
                <a:pos x="4663440" y="685800"/>
              </a:cxn>
              <a:cxn ang="0">
                <a:pos x="4663440" y="342900"/>
              </a:cxn>
              <a:cxn ang="0">
                <a:pos x="4663440" y="1028700"/>
              </a:cxn>
              <a:cxn ang="10800000">
                <a:pos x="0" y="342900"/>
              </a:cxn>
              <a:cxn ang="10800000">
                <a:pos x="0" y="1028700"/>
              </a:cxn>
              <a:cxn ang="16200000">
                <a:pos x="1165860" y="0"/>
              </a:cxn>
              <a:cxn ang="16200000">
                <a:pos x="3497580" y="0"/>
              </a:cxn>
              <a:cxn ang="5400000">
                <a:pos x="1165860" y="1371600"/>
              </a:cxn>
              <a:cxn ang="5400000">
                <a:pos x="3497580" y="1371600"/>
              </a:cxn>
            </a:cxnLst>
            <a:rect l="0" t="0" r="r" b="b"/>
            <a:pathLst>
              <a:path w="4663440" h="1371600">
                <a:moveTo>
                  <a:pt x="118872" y="0"/>
                </a:moveTo>
                <a:lnTo>
                  <a:pt x="4544568" y="0"/>
                </a:lnTo>
                <a:arcTo wR="118872" hR="118872" stAng="16200000" swAng="5400000"/>
                <a:lnTo>
                  <a:pt x="4663440" y="1252728"/>
                </a:lnTo>
                <a:arcTo wR="118872" hR="118872" stAng="0" swAng="5400000"/>
                <a:lnTo>
                  <a:pt x="118872" y="1371600"/>
                </a:lnTo>
                <a:arcTo wR="118872" hR="118872" stAng="5400000" swAng="5400000"/>
                <a:lnTo>
                  <a:pt x="0" y="118872"/>
                </a:lnTo>
                <a:arcTo wR="118872" hR="118872" stAng="10800000" swAng="5400000"/>
                <a:close/>
              </a:path>
            </a:pathLst>
          </a:custGeom>
          <a:solidFill>
            <a:srgbClr val="F4CCC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設定準備失敗（異常停止）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【停止・復旧条件】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・SQLite読込／書込不可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・組込デフォルト読込不可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・記載不正（ID重複／欠落／OS不整合）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※ OperationCanceledException時はフォールバックせず呼出元へ返却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401800" y="10607040"/>
            <a:ext cx="466344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595959"/>
                </a:solidFill>
                <a:latin typeface="Meiryo UI"/>
              </a:rPr>
              <a:t>WindowsのOPOS／OCX利用機器は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595959"/>
                </a:solidFill>
                <a:latin typeface="Meiryo UI"/>
              </a:rPr>
              <a:t>端末側とHost側の両方設定が必要です。</a:t>
            </a:r>
          </a:p>
        </p:txBody>
      </p:sp>
      <p:cxnSp>
        <p:nvCxnSpPr>
          <p:cNvPr id="49" name="Connector 48"/>
          <p:cNvCxnSpPr>
            <a:stCxn id="44" idx="2"/>
            <a:endCxn id="45" idx="0"/>
          </p:cNvCxnSpPr>
          <p:nvPr/>
        </p:nvCxnSpPr>
        <p:spPr>
          <a:xfrm>
            <a:off x="16733520" y="3429000"/>
            <a:ext cx="0" cy="1051560"/>
          </a:xfrm>
          <a:prstGeom prst="line">
            <a:avLst/>
          </a:prstGeom>
          <a:ln w="25400" cap="rnd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>
            <a:stCxn id="45" idx="2"/>
            <a:endCxn id="46" idx="0"/>
          </p:cNvCxnSpPr>
          <p:nvPr/>
        </p:nvCxnSpPr>
        <p:spPr>
          <a:xfrm>
            <a:off x="16733520" y="5303520"/>
            <a:ext cx="0" cy="1051560"/>
          </a:xfrm>
          <a:prstGeom prst="line">
            <a:avLst/>
          </a:prstGeom>
          <a:ln w="25400" cap="rnd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6962120" y="5326380"/>
            <a:ext cx="7315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548235"/>
            </a:solidFill>
          </a:ln>
        </p:spPr>
        <p:txBody>
          <a:bodyPr wrap="square" lIns="36576" tIns="0" rIns="36576" bIns="0" anchor="ctr">
            <a:spAutoFit/>
          </a:bodyPr>
          <a:lstStyle/>
          <a:p>
            <a:pPr algn="ctr"/>
            <a:r>
              <a:rPr sz="886" b="1">
                <a:solidFill>
                  <a:srgbClr val="111111"/>
                </a:solidFill>
                <a:latin typeface="Meiryo UI"/>
              </a:rPr>
              <a:t>はい</a:t>
            </a:r>
          </a:p>
        </p:txBody>
      </p:sp>
      <p:cxnSp>
        <p:nvCxnSpPr>
          <p:cNvPr id="52" name="Connector 51"/>
          <p:cNvCxnSpPr>
            <a:stCxn id="27" idx="3"/>
            <a:endCxn id="44" idx="1"/>
          </p:cNvCxnSpPr>
          <p:nvPr/>
        </p:nvCxnSpPr>
        <p:spPr>
          <a:xfrm flipV="1">
            <a:off x="12755880" y="3040380"/>
            <a:ext cx="1645920" cy="6871716"/>
          </a:xfrm>
          <a:prstGeom prst="bentConnector3">
            <a:avLst>
              <a:gd name="adj1" fmla="val 73920"/>
            </a:avLst>
          </a:prstGeom>
          <a:ln w="25400" cap="rnd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3134340" y="9763506"/>
            <a:ext cx="7315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548235"/>
            </a:solidFill>
          </a:ln>
        </p:spPr>
        <p:txBody>
          <a:bodyPr wrap="square" lIns="36576" tIns="0" rIns="36576" bIns="0" anchor="ctr">
            <a:spAutoFit/>
          </a:bodyPr>
          <a:lstStyle/>
          <a:p>
            <a:pPr algn="ctr"/>
            <a:r>
              <a:rPr sz="886" b="1" dirty="0" err="1">
                <a:solidFill>
                  <a:srgbClr val="111111"/>
                </a:solidFill>
                <a:latin typeface="Meiryo UI"/>
              </a:rPr>
              <a:t>はい</a:t>
            </a:r>
            <a:endParaRPr sz="886" b="1" dirty="0">
              <a:solidFill>
                <a:srgbClr val="111111"/>
              </a:solidFill>
              <a:latin typeface="Meiryo UI"/>
            </a:endParaRPr>
          </a:p>
        </p:txBody>
      </p:sp>
      <p:cxnSp>
        <p:nvCxnSpPr>
          <p:cNvPr id="54" name="Connector 53"/>
          <p:cNvCxnSpPr>
            <a:stCxn id="25" idx="3"/>
            <a:endCxn id="47" idx="6"/>
          </p:cNvCxnSpPr>
          <p:nvPr/>
        </p:nvCxnSpPr>
        <p:spPr>
          <a:xfrm>
            <a:off x="12755880" y="7205472"/>
            <a:ext cx="1645920" cy="1001268"/>
          </a:xfrm>
          <a:prstGeom prst="bentConnector3">
            <a:avLst>
              <a:gd name="adj1" fmla="val 83580"/>
            </a:avLst>
          </a:prstGeom>
          <a:ln w="25400" cap="rnd">
            <a:solidFill>
              <a:srgbClr val="C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2938760" y="7045452"/>
            <a:ext cx="8229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wrap="square" lIns="36576" tIns="0" rIns="36576" bIns="0" anchor="ctr">
            <a:spAutoFit/>
          </a:bodyPr>
          <a:lstStyle/>
          <a:p>
            <a:pPr algn="ctr"/>
            <a:r>
              <a:rPr sz="886" b="1">
                <a:solidFill>
                  <a:srgbClr val="111111"/>
                </a:solidFill>
                <a:latin typeface="Meiryo UI"/>
              </a:rPr>
              <a:t>いいえ</a:t>
            </a:r>
          </a:p>
        </p:txBody>
      </p:sp>
      <p:cxnSp>
        <p:nvCxnSpPr>
          <p:cNvPr id="56" name="Connector 55"/>
          <p:cNvCxnSpPr>
            <a:cxnSpLocks/>
            <a:stCxn id="27" idx="2"/>
            <a:endCxn id="47" idx="7"/>
          </p:cNvCxnSpPr>
          <p:nvPr/>
        </p:nvCxnSpPr>
        <p:spPr>
          <a:xfrm rot="5400000" flipH="1" flipV="1">
            <a:off x="11560302" y="7482078"/>
            <a:ext cx="1431036" cy="4251960"/>
          </a:xfrm>
          <a:prstGeom prst="bentConnector4">
            <a:avLst>
              <a:gd name="adj1" fmla="val -15974"/>
              <a:gd name="adj2" fmla="val 93190"/>
            </a:avLst>
          </a:prstGeom>
          <a:ln w="25400" cap="rnd">
            <a:solidFill>
              <a:srgbClr val="C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2115800" y="10415524"/>
            <a:ext cx="8229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wrap="square" lIns="36576" tIns="0" rIns="36576" bIns="0" anchor="ctr">
            <a:spAutoFit/>
          </a:bodyPr>
          <a:lstStyle/>
          <a:p>
            <a:pPr algn="ctr"/>
            <a:r>
              <a:rPr sz="886" b="1">
                <a:solidFill>
                  <a:srgbClr val="111111"/>
                </a:solidFill>
                <a:latin typeface="Meiryo UI"/>
              </a:rPr>
              <a:t>いいえ</a:t>
            </a:r>
          </a:p>
        </p:txBody>
      </p:sp>
      <p:cxnSp>
        <p:nvCxnSpPr>
          <p:cNvPr id="60" name="Connector 53">
            <a:extLst>
              <a:ext uri="{FF2B5EF4-FFF2-40B4-BE49-F238E27FC236}">
                <a16:creationId xmlns:a16="http://schemas.microsoft.com/office/drawing/2014/main" id="{6BE91C1C-7449-609A-2C79-3A3CD6DAD00A}"/>
              </a:ext>
            </a:extLst>
          </p:cNvPr>
          <p:cNvCxnSpPr>
            <a:cxnSpLocks/>
            <a:stCxn id="45" idx="3"/>
            <a:endCxn id="47" idx="3"/>
          </p:cNvCxnSpPr>
          <p:nvPr/>
        </p:nvCxnSpPr>
        <p:spPr>
          <a:xfrm>
            <a:off x="19065240" y="4892040"/>
            <a:ext cx="12700" cy="3657600"/>
          </a:xfrm>
          <a:prstGeom prst="bentConnector3">
            <a:avLst>
              <a:gd name="adj1" fmla="val 1800000"/>
            </a:avLst>
          </a:prstGeom>
          <a:ln w="25400" cap="rnd">
            <a:solidFill>
              <a:srgbClr val="C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8868644" y="5490972"/>
            <a:ext cx="603504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wrap="square" lIns="36576" tIns="0" rIns="36576" bIns="0" anchor="ctr">
            <a:spAutoFit/>
          </a:bodyPr>
          <a:lstStyle/>
          <a:p>
            <a:pPr algn="ctr"/>
            <a:r>
              <a:rPr sz="886" b="1">
                <a:solidFill>
                  <a:srgbClr val="111111"/>
                </a:solidFill>
                <a:latin typeface="Meiryo UI"/>
              </a:rPr>
              <a:t>いいえ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59" y="4082796"/>
            <a:ext cx="8229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wrap="square" lIns="36576" tIns="0" rIns="36576" bIns="0" anchor="ctr">
            <a:spAutoFit/>
          </a:bodyPr>
          <a:lstStyle/>
          <a:p>
            <a:pPr algn="ctr"/>
            <a:r>
              <a:rPr sz="886" b="1">
                <a:solidFill>
                  <a:srgbClr val="111111"/>
                </a:solidFill>
                <a:latin typeface="Meiryo UI"/>
              </a:rPr>
              <a:t>いいえ</a:t>
            </a:r>
          </a:p>
        </p:txBody>
      </p:sp>
      <p:cxnSp>
        <p:nvCxnSpPr>
          <p:cNvPr id="68" name="Connector 41">
            <a:extLst>
              <a:ext uri="{FF2B5EF4-FFF2-40B4-BE49-F238E27FC236}">
                <a16:creationId xmlns:a16="http://schemas.microsoft.com/office/drawing/2014/main" id="{B3AB2A57-D556-CC21-FF7B-358F7D871026}"/>
              </a:ext>
            </a:extLst>
          </p:cNvPr>
          <p:cNvCxnSpPr>
            <a:cxnSpLocks/>
            <a:stCxn id="23" idx="1"/>
            <a:endCxn id="26" idx="1"/>
          </p:cNvCxnSpPr>
          <p:nvPr/>
        </p:nvCxnSpPr>
        <p:spPr>
          <a:xfrm rot="10800000" flipV="1">
            <a:off x="7543800" y="4288536"/>
            <a:ext cx="12700" cy="4270248"/>
          </a:xfrm>
          <a:prstGeom prst="bentConnector3">
            <a:avLst>
              <a:gd name="adj1" fmla="val 1800000"/>
            </a:avLst>
          </a:prstGeom>
          <a:ln w="25400" cap="rnd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004303" y="4718304"/>
            <a:ext cx="5486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548235"/>
            </a:solidFill>
          </a:ln>
        </p:spPr>
        <p:txBody>
          <a:bodyPr wrap="square" lIns="36576" tIns="0" rIns="36576" bIns="0" anchor="ctr">
            <a:spAutoFit/>
          </a:bodyPr>
          <a:lstStyle/>
          <a:p>
            <a:pPr algn="ctr"/>
            <a:r>
              <a:rPr sz="886" b="1" dirty="0" err="1">
                <a:solidFill>
                  <a:srgbClr val="111111"/>
                </a:solidFill>
                <a:latin typeface="Meiryo UI"/>
              </a:rPr>
              <a:t>はい</a:t>
            </a:r>
            <a:endParaRPr sz="886" b="1" dirty="0">
              <a:solidFill>
                <a:srgbClr val="111111"/>
              </a:solidFill>
              <a:latin typeface="Meiryo UI"/>
            </a:endParaRPr>
          </a:p>
        </p:txBody>
      </p:sp>
      <p:cxnSp>
        <p:nvCxnSpPr>
          <p:cNvPr id="71" name="Connector 53">
            <a:extLst>
              <a:ext uri="{FF2B5EF4-FFF2-40B4-BE49-F238E27FC236}">
                <a16:creationId xmlns:a16="http://schemas.microsoft.com/office/drawing/2014/main" id="{2476DE67-79B6-A928-9D80-4935C889E9F7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rot="5400000">
            <a:off x="9820656" y="5029200"/>
            <a:ext cx="658368" cy="12700"/>
          </a:xfrm>
          <a:prstGeom prst="bentConnector3">
            <a:avLst>
              <a:gd name="adj1" fmla="val 50000"/>
            </a:avLst>
          </a:prstGeom>
          <a:ln w="25400" cap="rnd">
            <a:solidFill>
              <a:srgbClr val="C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710925" y="4872482"/>
            <a:ext cx="8229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wrap="square" lIns="36576" tIns="0" rIns="36576" bIns="0" anchor="ctr">
            <a:spAutoFit/>
          </a:bodyPr>
          <a:lstStyle/>
          <a:p>
            <a:pPr algn="ctr"/>
            <a:r>
              <a:rPr sz="886" b="1">
                <a:solidFill>
                  <a:srgbClr val="111111"/>
                </a:solidFill>
                <a:latin typeface="Meiryo UI"/>
              </a:rPr>
              <a:t>いいえ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2376" y="384048"/>
            <a:ext cx="12472416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1F3864"/>
                </a:solidFill>
                <a:latin typeface="Meiryo UI"/>
              </a:rPr>
              <a:t>デバイスコネクタ（Host）設定ファイル起動時読込フロー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94792" y="384048"/>
            <a:ext cx="6199632" cy="77724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1400" b="0">
                <a:solidFill>
                  <a:srgbClr val="7C8391"/>
                </a:solidFill>
                <a:latin typeface="Meiryo UI"/>
              </a:rPr>
              <a:t>【CFG-01】 | 4.2 host_device_config.json 詳細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6035040" cy="10058400"/>
          </a:xfrm>
          <a:prstGeom prst="roundRect">
            <a:avLst>
              <a:gd name="adj" fmla="val 2000"/>
            </a:avLst>
          </a:prstGeom>
          <a:noFill/>
          <a:ln w="254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65376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81" b="1">
                <a:solidFill>
                  <a:srgbClr val="2E75B6"/>
                </a:solidFill>
                <a:latin typeface="Meiryo UI"/>
              </a:rPr>
              <a:t>（1）設定読込・構文確認フェーズ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737360"/>
            <a:ext cx="6400800" cy="10058400"/>
          </a:xfrm>
          <a:prstGeom prst="roundRect">
            <a:avLst>
              <a:gd name="adj" fmla="val 2000"/>
            </a:avLst>
          </a:prstGeom>
          <a:noFill/>
          <a:ln w="254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0" y="1865376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81" b="1">
                <a:solidFill>
                  <a:srgbClr val="C55A11"/>
                </a:solidFill>
                <a:latin typeface="Meiryo UI"/>
              </a:rPr>
              <a:t>（2）デバイス定義検証・生成フェーズ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807440" y="1737360"/>
            <a:ext cx="5852160" cy="10058400"/>
          </a:xfrm>
          <a:prstGeom prst="roundRect">
            <a:avLst>
              <a:gd name="adj" fmla="val 2000"/>
            </a:avLst>
          </a:prstGeom>
          <a:noFill/>
          <a:ln w="254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807440" y="1865376"/>
            <a:ext cx="5852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81" b="1">
                <a:solidFill>
                  <a:srgbClr val="7030A0"/>
                </a:solidFill>
                <a:latin typeface="Meiryo UI"/>
              </a:rPr>
              <a:t>（3）機器制御開始・待機フェーズ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651760"/>
            <a:ext cx="4846320" cy="566928"/>
          </a:xfrm>
          <a:prstGeom prst="roundRect">
            <a:avLst>
              <a:gd name="adj" fmla="val 16000"/>
            </a:avLst>
          </a:prstGeom>
          <a:solidFill>
            <a:srgbClr val="DDEB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① デバイスコネクタ（Host）起動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POSアプリのライフサイクルに合わせて起動</a:t>
            </a:r>
          </a:p>
        </p:txBody>
      </p:sp>
      <p:sp>
        <p:nvSpPr>
          <p:cNvPr id="11" name="Diamond 10"/>
          <p:cNvSpPr/>
          <p:nvPr/>
        </p:nvSpPr>
        <p:spPr>
          <a:xfrm>
            <a:off x="1051560" y="4133087"/>
            <a:ext cx="4846320" cy="914400"/>
          </a:xfrm>
          <a:prstGeom prst="diamond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② Resources配下に</a:t>
            </a:r>
          </a:p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host_device_config.jsonが</a:t>
            </a:r>
          </a:p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存在するか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5961888"/>
            <a:ext cx="4846320" cy="566928"/>
          </a:xfrm>
          <a:prstGeom prst="roundRect">
            <a:avLst>
              <a:gd name="adj" fmla="val 16000"/>
            </a:avLst>
          </a:prstGeom>
          <a:solidFill>
            <a:srgbClr val="DDEB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③ host_device_config.json読込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設定ファイルを読み込みJSON解析を実施</a:t>
            </a:r>
          </a:p>
        </p:txBody>
      </p:sp>
      <p:sp>
        <p:nvSpPr>
          <p:cNvPr id="13" name="Diamond 12"/>
          <p:cNvSpPr/>
          <p:nvPr/>
        </p:nvSpPr>
        <p:spPr>
          <a:xfrm>
            <a:off x="1051560" y="7443216"/>
            <a:ext cx="4846320" cy="822960"/>
          </a:xfrm>
          <a:prstGeom prst="diamond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③-1 JSON解析・構文確認に</a:t>
            </a:r>
          </a:p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成功したか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8869680"/>
            <a:ext cx="4846320" cy="1188720"/>
          </a:xfrm>
          <a:custGeom>
            <a:avLst/>
            <a:gdLst/>
            <a:ahLst/>
            <a:cxnLst>
              <a:cxn ang="16200000">
                <a:pos x="2423160" y="0"/>
              </a:cxn>
              <a:cxn ang="10800000">
                <a:pos x="0" y="594360"/>
              </a:cxn>
              <a:cxn ang="5400000">
                <a:pos x="2423160" y="1188720"/>
              </a:cxn>
              <a:cxn ang="0">
                <a:pos x="4846320" y="594360"/>
              </a:cxn>
              <a:cxn ang="0">
                <a:pos x="4846320" y="297180"/>
              </a:cxn>
              <a:cxn ang="0">
                <a:pos x="4846320" y="891540"/>
              </a:cxn>
              <a:cxn ang="10800000">
                <a:pos x="0" y="297180"/>
              </a:cxn>
              <a:cxn ang="10800000">
                <a:pos x="0" y="891540"/>
              </a:cxn>
              <a:cxn ang="16200000">
                <a:pos x="1211580" y="0"/>
              </a:cxn>
              <a:cxn ang="16200000">
                <a:pos x="3634740" y="0"/>
              </a:cxn>
              <a:cxn ang="5400000">
                <a:pos x="1211580" y="1188720"/>
              </a:cxn>
              <a:cxn ang="5400000">
                <a:pos x="3634740" y="1188720"/>
              </a:cxn>
            </a:cxnLst>
            <a:rect l="0" t="0" r="r" b="b"/>
            <a:pathLst>
              <a:path w="4846320" h="1188720">
                <a:moveTo>
                  <a:pt x="118872" y="0"/>
                </a:moveTo>
                <a:lnTo>
                  <a:pt x="4727448" y="0"/>
                </a:lnTo>
                <a:arcTo wR="118872" hR="118872" stAng="16200000" swAng="5400000"/>
                <a:lnTo>
                  <a:pt x="4846320" y="1069848"/>
                </a:lnTo>
                <a:arcTo wR="118872" hR="118872" stAng="0" swAng="5400000"/>
                <a:lnTo>
                  <a:pt x="118872" y="1188720"/>
                </a:lnTo>
                <a:arcTo wR="118872" hR="118872" stAng="5400000" swAng="5400000"/>
                <a:lnTo>
                  <a:pt x="0" y="118872"/>
                </a:lnTo>
                <a:arcTo wR="118872" hR="118872" stAng="10800000" swAng="5400000"/>
                <a:close/>
              </a:path>
            </a:pathLst>
          </a:custGeom>
          <a:solidFill>
            <a:srgbClr val="F4CCC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設定不備（起動中止）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【原因・対策】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・host_device_config.json 未配置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・JSON構文不正／読込失敗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※ 必須設定のため起動を中止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10881360"/>
            <a:ext cx="484632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595959"/>
                </a:solidFill>
                <a:latin typeface="Meiryo UI"/>
              </a:rPr>
              <a:t>ビルド時にsrc/AppServer/Resourcesから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595959"/>
                </a:solidFill>
                <a:latin typeface="Meiryo UI"/>
              </a:rPr>
              <a:t>実行フォルダ配下へ同梱コピーされます。</a:t>
            </a:r>
          </a:p>
        </p:txBody>
      </p:sp>
      <p:cxnSp>
        <p:nvCxnSpPr>
          <p:cNvPr id="16" name="Connector 15"/>
          <p:cNvCxnSpPr>
            <a:stCxn id="10" idx="2"/>
            <a:endCxn id="11" idx="0"/>
          </p:cNvCxnSpPr>
          <p:nvPr/>
        </p:nvCxnSpPr>
        <p:spPr>
          <a:xfrm>
            <a:off x="3474720" y="3218688"/>
            <a:ext cx="0" cy="914399"/>
          </a:xfrm>
          <a:prstGeom prst="line">
            <a:avLst/>
          </a:prstGeom>
          <a:ln w="25400" cap="rnd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11" idx="2"/>
            <a:endCxn id="12" idx="0"/>
          </p:cNvCxnSpPr>
          <p:nvPr/>
        </p:nvCxnSpPr>
        <p:spPr>
          <a:xfrm>
            <a:off x="3474720" y="5047487"/>
            <a:ext cx="0" cy="914401"/>
          </a:xfrm>
          <a:prstGeom prst="line">
            <a:avLst/>
          </a:prstGeom>
          <a:ln w="25400" cap="rnd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00400" y="5349240"/>
            <a:ext cx="7315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548235"/>
            </a:solidFill>
          </a:ln>
        </p:spPr>
        <p:txBody>
          <a:bodyPr wrap="square" lIns="36576" tIns="0" rIns="36576" bIns="0" anchor="ctr">
            <a:spAutoFit/>
          </a:bodyPr>
          <a:lstStyle/>
          <a:p>
            <a:pPr algn="ctr"/>
            <a:r>
              <a:rPr sz="886" b="1">
                <a:solidFill>
                  <a:srgbClr val="111111"/>
                </a:solidFill>
                <a:latin typeface="Meiryo UI"/>
              </a:rPr>
              <a:t>はい</a:t>
            </a:r>
          </a:p>
        </p:txBody>
      </p:sp>
      <p:cxnSp>
        <p:nvCxnSpPr>
          <p:cNvPr id="19" name="Connector 18"/>
          <p:cNvCxnSpPr>
            <a:stCxn id="12" idx="2"/>
            <a:endCxn id="13" idx="0"/>
          </p:cNvCxnSpPr>
          <p:nvPr/>
        </p:nvCxnSpPr>
        <p:spPr>
          <a:xfrm>
            <a:off x="3474720" y="6528816"/>
            <a:ext cx="0" cy="914400"/>
          </a:xfrm>
          <a:prstGeom prst="line">
            <a:avLst/>
          </a:prstGeom>
          <a:ln w="25400" cap="rnd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13" idx="2"/>
            <a:endCxn id="14" idx="0"/>
          </p:cNvCxnSpPr>
          <p:nvPr/>
        </p:nvCxnSpPr>
        <p:spPr>
          <a:xfrm>
            <a:off x="3474720" y="8266176"/>
            <a:ext cx="0" cy="603504"/>
          </a:xfrm>
          <a:prstGeom prst="line">
            <a:avLst/>
          </a:prstGeom>
          <a:ln w="25400" cap="rnd">
            <a:solidFill>
              <a:srgbClr val="C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200400" y="8385556"/>
            <a:ext cx="8229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wrap="square" lIns="36576" tIns="0" rIns="36576" bIns="0" anchor="ctr">
            <a:spAutoFit/>
          </a:bodyPr>
          <a:lstStyle/>
          <a:p>
            <a:pPr algn="ctr"/>
            <a:r>
              <a:rPr sz="886" b="1">
                <a:solidFill>
                  <a:srgbClr val="111111"/>
                </a:solidFill>
                <a:latin typeface="Meiryo UI"/>
              </a:rPr>
              <a:t>いいえ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2651760"/>
            <a:ext cx="5212080" cy="566928"/>
          </a:xfrm>
          <a:prstGeom prst="roundRect">
            <a:avLst>
              <a:gd name="adj" fmla="val 16000"/>
            </a:avLst>
          </a:prstGeom>
          <a:solidFill>
            <a:srgbClr val="DDEB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④ devices配列を確認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起動・保持する対象機器の一覧を取得</a:t>
            </a:r>
          </a:p>
        </p:txBody>
      </p:sp>
      <p:sp>
        <p:nvSpPr>
          <p:cNvPr id="25" name="Diamond 24"/>
          <p:cNvSpPr/>
          <p:nvPr/>
        </p:nvSpPr>
        <p:spPr>
          <a:xfrm>
            <a:off x="7543800" y="3995928"/>
            <a:ext cx="5212080" cy="868680"/>
          </a:xfrm>
          <a:prstGeom prst="diamond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 dirty="0">
                <a:solidFill>
                  <a:srgbClr val="111111"/>
                </a:solidFill>
                <a:latin typeface="Meiryo UI"/>
              </a:rPr>
              <a:t>⑤ </a:t>
            </a:r>
            <a:r>
              <a:rPr sz="985" b="1" dirty="0" err="1">
                <a:solidFill>
                  <a:srgbClr val="111111"/>
                </a:solidFill>
                <a:latin typeface="Meiryo UI"/>
              </a:rPr>
              <a:t>各device定義の</a:t>
            </a:r>
            <a:endParaRPr sz="985" b="1" dirty="0">
              <a:solidFill>
                <a:srgbClr val="111111"/>
              </a:solidFill>
              <a:latin typeface="Meiryo UI"/>
            </a:endParaRPr>
          </a:p>
          <a:p>
            <a:pPr algn="ctr"/>
            <a:r>
              <a:rPr sz="985" b="1" dirty="0" err="1">
                <a:solidFill>
                  <a:srgbClr val="111111"/>
                </a:solidFill>
                <a:latin typeface="Meiryo UI"/>
              </a:rPr>
              <a:t>id／name／classIdは</a:t>
            </a:r>
            <a:endParaRPr sz="985" b="1" dirty="0">
              <a:solidFill>
                <a:srgbClr val="111111"/>
              </a:solidFill>
              <a:latin typeface="Meiryo UI"/>
            </a:endParaRPr>
          </a:p>
          <a:p>
            <a:pPr algn="ctr"/>
            <a:r>
              <a:rPr sz="985" b="1" dirty="0" err="1">
                <a:solidFill>
                  <a:srgbClr val="111111"/>
                </a:solidFill>
                <a:latin typeface="Meiryo UI"/>
              </a:rPr>
              <a:t>正常か</a:t>
            </a:r>
            <a:endParaRPr sz="985" b="1" dirty="0">
              <a:solidFill>
                <a:srgbClr val="111111"/>
              </a:solidFill>
              <a:latin typeface="Meiryo U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543800" y="5641848"/>
            <a:ext cx="5212080" cy="566928"/>
          </a:xfrm>
          <a:prstGeom prst="roundRect">
            <a:avLst>
              <a:gd name="adj" fmla="val 16000"/>
            </a:avLst>
          </a:prstGeom>
          <a:solidFill>
            <a:srgbClr val="DDEB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⑥ 有効な定義を起動対象に決定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不備がある定義は起動対象外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6986016"/>
            <a:ext cx="5212080" cy="777240"/>
          </a:xfrm>
          <a:prstGeom prst="roundRect">
            <a:avLst>
              <a:gd name="adj" fmla="val 15294"/>
            </a:avLst>
          </a:prstGeom>
          <a:solidFill>
            <a:srgbClr val="DDEB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⑦ 対象デバイス実装を生成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classIdをもとにHost側実装クラスを生成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（OPOS／OCX／ActiveX／DLL）</a:t>
            </a:r>
          </a:p>
        </p:txBody>
      </p:sp>
      <p:sp>
        <p:nvSpPr>
          <p:cNvPr id="28" name="Diamond 27"/>
          <p:cNvSpPr/>
          <p:nvPr/>
        </p:nvSpPr>
        <p:spPr>
          <a:xfrm>
            <a:off x="7543800" y="8540496"/>
            <a:ext cx="5212080" cy="822960"/>
          </a:xfrm>
          <a:prstGeom prst="diamond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⑦-1 デバイス実装の生成に</a:t>
            </a:r>
          </a:p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成功したか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43800" y="10881360"/>
            <a:ext cx="5212080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595959"/>
                </a:solidFill>
                <a:latin typeface="Meiryo UI"/>
              </a:rPr>
              <a:t>1機器の定義不備では全体停止せず除外継続。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595959"/>
                </a:solidFill>
                <a:latin typeface="Meiryo UI"/>
              </a:rPr>
              <a:t>全項目不正の場合のみ起動失敗とします。</a:t>
            </a:r>
          </a:p>
        </p:txBody>
      </p:sp>
      <p:cxnSp>
        <p:nvCxnSpPr>
          <p:cNvPr id="30" name="Connector 29"/>
          <p:cNvCxnSpPr>
            <a:stCxn id="24" idx="2"/>
            <a:endCxn id="25" idx="0"/>
          </p:cNvCxnSpPr>
          <p:nvPr/>
        </p:nvCxnSpPr>
        <p:spPr>
          <a:xfrm>
            <a:off x="10149840" y="3218688"/>
            <a:ext cx="0" cy="777240"/>
          </a:xfrm>
          <a:prstGeom prst="line">
            <a:avLst/>
          </a:prstGeom>
          <a:ln w="25400" cap="rnd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25" idx="2"/>
            <a:endCxn id="26" idx="0"/>
          </p:cNvCxnSpPr>
          <p:nvPr/>
        </p:nvCxnSpPr>
        <p:spPr>
          <a:xfrm>
            <a:off x="10149840" y="4864608"/>
            <a:ext cx="0" cy="777240"/>
          </a:xfrm>
          <a:prstGeom prst="line">
            <a:avLst/>
          </a:prstGeom>
          <a:ln w="25400" cap="rnd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855963" y="5111496"/>
            <a:ext cx="7315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548235"/>
            </a:solidFill>
          </a:ln>
        </p:spPr>
        <p:txBody>
          <a:bodyPr wrap="square" lIns="36576" tIns="0" rIns="36576" bIns="0" anchor="ctr">
            <a:spAutoFit/>
          </a:bodyPr>
          <a:lstStyle/>
          <a:p>
            <a:pPr algn="ctr"/>
            <a:r>
              <a:rPr sz="886" b="1">
                <a:solidFill>
                  <a:srgbClr val="111111"/>
                </a:solidFill>
                <a:latin typeface="Meiryo UI"/>
              </a:rPr>
              <a:t>はい</a:t>
            </a:r>
          </a:p>
        </p:txBody>
      </p:sp>
      <p:cxnSp>
        <p:nvCxnSpPr>
          <p:cNvPr id="33" name="Connector 32"/>
          <p:cNvCxnSpPr>
            <a:stCxn id="26" idx="2"/>
            <a:endCxn id="27" idx="0"/>
          </p:cNvCxnSpPr>
          <p:nvPr/>
        </p:nvCxnSpPr>
        <p:spPr>
          <a:xfrm>
            <a:off x="10149840" y="6208776"/>
            <a:ext cx="0" cy="777240"/>
          </a:xfrm>
          <a:prstGeom prst="line">
            <a:avLst/>
          </a:prstGeom>
          <a:ln w="25400" cap="rnd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27" idx="2"/>
            <a:endCxn id="28" idx="0"/>
          </p:cNvCxnSpPr>
          <p:nvPr/>
        </p:nvCxnSpPr>
        <p:spPr>
          <a:xfrm>
            <a:off x="10149840" y="7763256"/>
            <a:ext cx="0" cy="777240"/>
          </a:xfrm>
          <a:prstGeom prst="line">
            <a:avLst/>
          </a:prstGeom>
          <a:ln w="25400" cap="rnd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stCxn id="13" idx="3"/>
            <a:endCxn id="24" idx="1"/>
          </p:cNvCxnSpPr>
          <p:nvPr/>
        </p:nvCxnSpPr>
        <p:spPr>
          <a:xfrm flipV="1">
            <a:off x="5897880" y="2935224"/>
            <a:ext cx="1645920" cy="4919472"/>
          </a:xfrm>
          <a:prstGeom prst="bentConnector3">
            <a:avLst>
              <a:gd name="adj1" fmla="val 50000"/>
            </a:avLst>
          </a:prstGeom>
          <a:ln w="25400" cap="rnd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355079" y="7438644"/>
            <a:ext cx="7315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548235"/>
            </a:solidFill>
          </a:ln>
        </p:spPr>
        <p:txBody>
          <a:bodyPr wrap="square" lIns="36576" tIns="0" rIns="36576" bIns="0" anchor="ctr">
            <a:spAutoFit/>
          </a:bodyPr>
          <a:lstStyle/>
          <a:p>
            <a:pPr algn="ctr"/>
            <a:r>
              <a:rPr sz="886" b="1">
                <a:solidFill>
                  <a:srgbClr val="111111"/>
                </a:solidFill>
                <a:latin typeface="Meiryo UI"/>
              </a:rPr>
              <a:t>はい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401800" y="2651760"/>
            <a:ext cx="4663440" cy="777240"/>
          </a:xfrm>
          <a:prstGeom prst="roundRect">
            <a:avLst>
              <a:gd name="adj" fmla="val 15294"/>
            </a:avLst>
          </a:prstGeom>
          <a:solidFill>
            <a:srgbClr val="DDEBF7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⑧ 外部機器制御を開始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OPOS／OCX／ActiveX／Vendor DLL制御を開始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111111"/>
                </a:solidFill>
                <a:latin typeface="Meiryo UI"/>
              </a:rPr>
              <a:t>Windows専用周辺機器への接続</a:t>
            </a:r>
          </a:p>
        </p:txBody>
      </p:sp>
      <p:sp>
        <p:nvSpPr>
          <p:cNvPr id="38" name="Diamond 37"/>
          <p:cNvSpPr/>
          <p:nvPr/>
        </p:nvSpPr>
        <p:spPr>
          <a:xfrm>
            <a:off x="14401800" y="4480560"/>
            <a:ext cx="4663440" cy="822960"/>
          </a:xfrm>
          <a:prstGeom prst="diamond">
            <a:avLst/>
          </a:prstGeom>
          <a:solidFill>
            <a:srgbClr val="FFF2CC"/>
          </a:solidFill>
          <a:ln w="1905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⑧-1 機器制御・通信開始に</a:t>
            </a:r>
          </a:p>
          <a:p>
            <a:pPr algn="ctr"/>
            <a:r>
              <a:rPr sz="985" b="1">
                <a:solidFill>
                  <a:srgbClr val="111111"/>
                </a:solidFill>
                <a:latin typeface="Meiryo UI"/>
              </a:rPr>
              <a:t>成功したか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401800" y="6355080"/>
            <a:ext cx="4663440" cy="640080"/>
          </a:xfrm>
          <a:prstGeom prst="roundRect">
            <a:avLst>
              <a:gd name="adj" fmla="val 16000"/>
            </a:avLst>
          </a:prstGeom>
          <a:solidFill>
            <a:srgbClr val="E2F0D9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 dirty="0">
                <a:solidFill>
                  <a:srgbClr val="111111"/>
                </a:solidFill>
                <a:latin typeface="Meiryo UI"/>
              </a:rPr>
              <a:t>⑨ </a:t>
            </a:r>
            <a:r>
              <a:rPr sz="985" b="1" dirty="0" err="1">
                <a:solidFill>
                  <a:srgbClr val="111111"/>
                </a:solidFill>
                <a:latin typeface="Meiryo UI"/>
              </a:rPr>
              <a:t>デバイスコネクタ（Host）利用準備完了</a:t>
            </a:r>
            <a:endParaRPr sz="985" b="1" dirty="0">
              <a:solidFill>
                <a:srgbClr val="111111"/>
              </a:solidFill>
              <a:latin typeface="Meiryo UI"/>
            </a:endParaRPr>
          </a:p>
          <a:p>
            <a:pPr algn="ctr">
              <a:spcBef>
                <a:spcPts val="200"/>
              </a:spcBef>
            </a:pPr>
            <a:r>
              <a:rPr sz="985" b="1" dirty="0" err="1">
                <a:solidFill>
                  <a:srgbClr val="111111"/>
                </a:solidFill>
                <a:latin typeface="Meiryo UI"/>
              </a:rPr>
              <a:t>名前付きパイプによる要求受信待機状態にする</a:t>
            </a:r>
            <a:endParaRPr sz="985" b="1" dirty="0">
              <a:solidFill>
                <a:srgbClr val="111111"/>
              </a:solidFill>
              <a:latin typeface="Meiryo UI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4401800" y="7772400"/>
            <a:ext cx="4663440" cy="1371600"/>
          </a:xfrm>
          <a:custGeom>
            <a:avLst/>
            <a:gdLst/>
            <a:ahLst/>
            <a:cxnLst>
              <a:cxn ang="16200000">
                <a:pos x="2331720" y="0"/>
              </a:cxn>
              <a:cxn ang="10800000">
                <a:pos x="0" y="685800"/>
              </a:cxn>
              <a:cxn ang="5400000">
                <a:pos x="2331720" y="1371600"/>
              </a:cxn>
              <a:cxn ang="0">
                <a:pos x="4663440" y="685800"/>
              </a:cxn>
              <a:cxn ang="0">
                <a:pos x="4663440" y="342900"/>
              </a:cxn>
              <a:cxn ang="0">
                <a:pos x="4663440" y="1028700"/>
              </a:cxn>
              <a:cxn ang="10800000">
                <a:pos x="0" y="342900"/>
              </a:cxn>
              <a:cxn ang="10800000">
                <a:pos x="0" y="1028700"/>
              </a:cxn>
              <a:cxn ang="16200000">
                <a:pos x="1165860" y="0"/>
              </a:cxn>
              <a:cxn ang="16200000">
                <a:pos x="3497580" y="0"/>
              </a:cxn>
              <a:cxn ang="5400000">
                <a:pos x="1165860" y="1371600"/>
              </a:cxn>
              <a:cxn ang="5400000">
                <a:pos x="3497580" y="1371600"/>
              </a:cxn>
            </a:cxnLst>
            <a:rect l="0" t="0" r="r" b="b"/>
            <a:pathLst>
              <a:path w="4663440" h="1371600">
                <a:moveTo>
                  <a:pt x="118872" y="0"/>
                </a:moveTo>
                <a:lnTo>
                  <a:pt x="4544568" y="0"/>
                </a:lnTo>
                <a:arcTo wR="118872" hR="118872" stAng="16200000" swAng="5400000"/>
                <a:lnTo>
                  <a:pt x="4663440" y="1252728"/>
                </a:lnTo>
                <a:arcTo wR="118872" hR="118872" stAng="0" swAng="5400000"/>
                <a:lnTo>
                  <a:pt x="118872" y="1371600"/>
                </a:lnTo>
                <a:arcTo wR="118872" hR="118872" stAng="5400000" swAng="5400000"/>
                <a:lnTo>
                  <a:pt x="0" y="118872"/>
                </a:lnTo>
                <a:arcTo wR="118872" hR="118872" stAng="10800000" swAng="5400000"/>
                <a:close/>
              </a:path>
            </a:pathLst>
          </a:custGeom>
          <a:solidFill>
            <a:srgbClr val="F4CCC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 dirty="0" err="1">
                <a:solidFill>
                  <a:srgbClr val="111111"/>
                </a:solidFill>
                <a:latin typeface="Meiryo UI"/>
              </a:rPr>
              <a:t>デバイス起動失敗（部分／全体停止</a:t>
            </a:r>
            <a:r>
              <a:rPr sz="985" b="1" dirty="0">
                <a:solidFill>
                  <a:srgbClr val="111111"/>
                </a:solidFill>
                <a:latin typeface="Meiryo UI"/>
              </a:rPr>
              <a:t>）</a:t>
            </a:r>
          </a:p>
          <a:p>
            <a:pPr algn="ctr">
              <a:spcBef>
                <a:spcPts val="200"/>
              </a:spcBef>
            </a:pPr>
            <a:r>
              <a:rPr sz="985" b="1" dirty="0">
                <a:solidFill>
                  <a:srgbClr val="111111"/>
                </a:solidFill>
                <a:latin typeface="Meiryo UI"/>
              </a:rPr>
              <a:t>【</a:t>
            </a:r>
            <a:r>
              <a:rPr sz="985" b="1" dirty="0" err="1">
                <a:solidFill>
                  <a:srgbClr val="111111"/>
                </a:solidFill>
                <a:latin typeface="Meiryo UI"/>
              </a:rPr>
              <a:t>原因・対策</a:t>
            </a:r>
            <a:r>
              <a:rPr sz="985" b="1" dirty="0">
                <a:solidFill>
                  <a:srgbClr val="111111"/>
                </a:solidFill>
                <a:latin typeface="Meiryo UI"/>
              </a:rPr>
              <a:t>】</a:t>
            </a:r>
          </a:p>
          <a:p>
            <a:pPr algn="ctr">
              <a:spcBef>
                <a:spcPts val="200"/>
              </a:spcBef>
            </a:pPr>
            <a:r>
              <a:rPr sz="985" b="1" dirty="0">
                <a:solidFill>
                  <a:srgbClr val="111111"/>
                </a:solidFill>
                <a:latin typeface="Meiryo UI"/>
              </a:rPr>
              <a:t>・</a:t>
            </a:r>
            <a:r>
              <a:rPr sz="985" b="1" dirty="0" err="1">
                <a:solidFill>
                  <a:srgbClr val="111111"/>
                </a:solidFill>
                <a:latin typeface="Meiryo UI"/>
              </a:rPr>
              <a:t>全device項目不正（全定義が無効</a:t>
            </a:r>
            <a:r>
              <a:rPr sz="985" b="1" dirty="0">
                <a:solidFill>
                  <a:srgbClr val="111111"/>
                </a:solidFill>
                <a:latin typeface="Meiryo UI"/>
              </a:rPr>
              <a:t>）</a:t>
            </a:r>
          </a:p>
          <a:p>
            <a:pPr algn="ctr">
              <a:spcBef>
                <a:spcPts val="200"/>
              </a:spcBef>
            </a:pPr>
            <a:r>
              <a:rPr sz="985" b="1" dirty="0">
                <a:solidFill>
                  <a:srgbClr val="111111"/>
                </a:solidFill>
                <a:latin typeface="Meiryo UI"/>
              </a:rPr>
              <a:t>・</a:t>
            </a:r>
            <a:r>
              <a:rPr sz="985" b="1" dirty="0" err="1">
                <a:solidFill>
                  <a:srgbClr val="111111"/>
                </a:solidFill>
                <a:latin typeface="Meiryo UI"/>
              </a:rPr>
              <a:t>対象デバイス実装生成失敗</a:t>
            </a:r>
            <a:endParaRPr sz="985" b="1" dirty="0">
              <a:solidFill>
                <a:srgbClr val="111111"/>
              </a:solidFill>
              <a:latin typeface="Meiryo UI"/>
            </a:endParaRPr>
          </a:p>
          <a:p>
            <a:pPr algn="ctr">
              <a:spcBef>
                <a:spcPts val="200"/>
              </a:spcBef>
            </a:pPr>
            <a:r>
              <a:rPr sz="985" b="1" dirty="0">
                <a:solidFill>
                  <a:srgbClr val="111111"/>
                </a:solidFill>
                <a:latin typeface="Meiryo UI"/>
              </a:rPr>
              <a:t>・</a:t>
            </a:r>
            <a:r>
              <a:rPr sz="985" b="1" dirty="0" err="1">
                <a:solidFill>
                  <a:srgbClr val="111111"/>
                </a:solidFill>
                <a:latin typeface="Meiryo UI"/>
              </a:rPr>
              <a:t>外部機器制御／通信開始失敗</a:t>
            </a:r>
            <a:endParaRPr sz="985" b="1" dirty="0">
              <a:solidFill>
                <a:srgbClr val="111111"/>
              </a:solidFill>
              <a:latin typeface="Meiryo UI"/>
            </a:endParaRPr>
          </a:p>
          <a:p>
            <a:pPr algn="ctr">
              <a:spcBef>
                <a:spcPts val="200"/>
              </a:spcBef>
            </a:pPr>
            <a:r>
              <a:rPr sz="985" b="1" dirty="0">
                <a:solidFill>
                  <a:srgbClr val="111111"/>
                </a:solidFill>
                <a:latin typeface="Meiryo UI"/>
              </a:rPr>
              <a:t>※ </a:t>
            </a:r>
            <a:r>
              <a:rPr sz="985" b="1" dirty="0" err="1">
                <a:solidFill>
                  <a:srgbClr val="111111"/>
                </a:solidFill>
                <a:latin typeface="Meiryo UI"/>
              </a:rPr>
              <a:t>有効機器のみ起動、全不正時は利用不可</a:t>
            </a:r>
            <a:endParaRPr sz="985" b="1" dirty="0">
              <a:solidFill>
                <a:srgbClr val="111111"/>
              </a:solidFill>
              <a:latin typeface="Meiryo UI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14401800" y="10332720"/>
            <a:ext cx="4663440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85" b="1">
                <a:solidFill>
                  <a:srgbClr val="595959"/>
                </a:solidFill>
                <a:latin typeface="Meiryo UI"/>
              </a:rPr>
              <a:t>OPOS/ActiveXのライフサイクルは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595959"/>
                </a:solidFill>
                <a:latin typeface="Meiryo UI"/>
              </a:rPr>
              <a:t>Hostプロセス側に完全に閉じ込め、</a:t>
            </a:r>
          </a:p>
          <a:p>
            <a:pPr algn="ctr">
              <a:spcBef>
                <a:spcPts val="200"/>
              </a:spcBef>
            </a:pPr>
            <a:r>
              <a:rPr sz="985" b="1">
                <a:solidFill>
                  <a:srgbClr val="595959"/>
                </a:solidFill>
                <a:latin typeface="Meiryo UI"/>
              </a:rPr>
              <a:t>端末側アプリからは直接呼び出しません。</a:t>
            </a:r>
          </a:p>
        </p:txBody>
      </p:sp>
      <p:cxnSp>
        <p:nvCxnSpPr>
          <p:cNvPr id="42" name="Connector 41"/>
          <p:cNvCxnSpPr>
            <a:stCxn id="37" idx="2"/>
            <a:endCxn id="38" idx="0"/>
          </p:cNvCxnSpPr>
          <p:nvPr/>
        </p:nvCxnSpPr>
        <p:spPr>
          <a:xfrm>
            <a:off x="16733520" y="3429000"/>
            <a:ext cx="0" cy="1051560"/>
          </a:xfrm>
          <a:prstGeom prst="line">
            <a:avLst/>
          </a:prstGeom>
          <a:ln w="25400" cap="rnd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>
            <a:stCxn id="38" idx="2"/>
            <a:endCxn id="39" idx="0"/>
          </p:cNvCxnSpPr>
          <p:nvPr/>
        </p:nvCxnSpPr>
        <p:spPr>
          <a:xfrm>
            <a:off x="16733520" y="5303520"/>
            <a:ext cx="0" cy="1051560"/>
          </a:xfrm>
          <a:prstGeom prst="line">
            <a:avLst/>
          </a:prstGeom>
          <a:ln w="25400" cap="rnd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>
            <a:stCxn id="28" idx="3"/>
            <a:endCxn id="37" idx="1"/>
          </p:cNvCxnSpPr>
          <p:nvPr/>
        </p:nvCxnSpPr>
        <p:spPr>
          <a:xfrm flipV="1">
            <a:off x="12755880" y="3040380"/>
            <a:ext cx="1645920" cy="5911596"/>
          </a:xfrm>
          <a:prstGeom prst="bentConnector3">
            <a:avLst>
              <a:gd name="adj1" fmla="val 77006"/>
            </a:avLst>
          </a:prstGeom>
          <a:ln w="25400" cap="rnd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3759181" y="5433568"/>
            <a:ext cx="7315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548235"/>
            </a:solidFill>
          </a:ln>
        </p:spPr>
        <p:txBody>
          <a:bodyPr wrap="square" lIns="36576" tIns="0" rIns="36576" bIns="0" anchor="ctr">
            <a:spAutoFit/>
          </a:bodyPr>
          <a:lstStyle/>
          <a:p>
            <a:pPr algn="ctr"/>
            <a:r>
              <a:rPr sz="886" b="1" dirty="0" err="1">
                <a:solidFill>
                  <a:srgbClr val="111111"/>
                </a:solidFill>
                <a:latin typeface="Meiryo UI"/>
              </a:rPr>
              <a:t>はい</a:t>
            </a:r>
            <a:endParaRPr sz="886" b="1" dirty="0">
              <a:solidFill>
                <a:srgbClr val="111111"/>
              </a:solidFill>
              <a:latin typeface="Meiryo UI"/>
            </a:endParaRPr>
          </a:p>
        </p:txBody>
      </p:sp>
      <p:cxnSp>
        <p:nvCxnSpPr>
          <p:cNvPr id="47" name="Connector 46"/>
          <p:cNvCxnSpPr>
            <a:stCxn id="25" idx="3"/>
            <a:endCxn id="40" idx="6"/>
          </p:cNvCxnSpPr>
          <p:nvPr/>
        </p:nvCxnSpPr>
        <p:spPr>
          <a:xfrm>
            <a:off x="12755880" y="4430268"/>
            <a:ext cx="1645920" cy="3685032"/>
          </a:xfrm>
          <a:prstGeom prst="bentConnector3">
            <a:avLst>
              <a:gd name="adj1" fmla="val 24938"/>
            </a:avLst>
          </a:prstGeom>
          <a:ln w="25400" cap="rnd">
            <a:solidFill>
              <a:srgbClr val="C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2260579" y="4827524"/>
            <a:ext cx="10058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wrap="square" lIns="36576" tIns="0" rIns="36576" bIns="0" anchor="ctr">
            <a:spAutoFit/>
          </a:bodyPr>
          <a:lstStyle/>
          <a:p>
            <a:pPr algn="ctr"/>
            <a:r>
              <a:rPr sz="886" b="1">
                <a:solidFill>
                  <a:srgbClr val="111111"/>
                </a:solidFill>
                <a:latin typeface="Meiryo UI"/>
              </a:rPr>
              <a:t>全不正</a:t>
            </a:r>
          </a:p>
        </p:txBody>
      </p:sp>
      <p:cxnSp>
        <p:nvCxnSpPr>
          <p:cNvPr id="49" name="Connector 48"/>
          <p:cNvCxnSpPr>
            <a:cxnSpLocks/>
            <a:stCxn id="28" idx="2"/>
            <a:endCxn id="40" idx="7"/>
          </p:cNvCxnSpPr>
          <p:nvPr/>
        </p:nvCxnSpPr>
        <p:spPr>
          <a:xfrm rot="5400000" flipH="1" flipV="1">
            <a:off x="11994642" y="6956298"/>
            <a:ext cx="562356" cy="4251960"/>
          </a:xfrm>
          <a:prstGeom prst="bentConnector4">
            <a:avLst>
              <a:gd name="adj1" fmla="val -40650"/>
              <a:gd name="adj2" fmla="val 94683"/>
            </a:avLst>
          </a:prstGeom>
          <a:ln w="25400" cap="rnd">
            <a:solidFill>
              <a:srgbClr val="C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1719560" y="9500616"/>
            <a:ext cx="8229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wrap="square" lIns="36576" tIns="0" rIns="36576" bIns="0" anchor="ctr">
            <a:spAutoFit/>
          </a:bodyPr>
          <a:lstStyle/>
          <a:p>
            <a:pPr algn="ctr"/>
            <a:r>
              <a:rPr sz="886" b="1">
                <a:solidFill>
                  <a:srgbClr val="111111"/>
                </a:solidFill>
                <a:latin typeface="Meiryo UI"/>
              </a:rPr>
              <a:t>いいえ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901918" y="5629148"/>
            <a:ext cx="603504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wrap="square" lIns="36576" tIns="0" rIns="36576" bIns="0" anchor="ctr">
            <a:spAutoFit/>
          </a:bodyPr>
          <a:lstStyle/>
          <a:p>
            <a:pPr algn="ctr"/>
            <a:r>
              <a:rPr sz="886" b="1" dirty="0" err="1">
                <a:solidFill>
                  <a:srgbClr val="111111"/>
                </a:solidFill>
                <a:latin typeface="Meiryo UI"/>
              </a:rPr>
              <a:t>いいえ</a:t>
            </a:r>
            <a:endParaRPr sz="886" b="1" dirty="0">
              <a:solidFill>
                <a:srgbClr val="111111"/>
              </a:solidFill>
              <a:latin typeface="Meiryo UI"/>
            </a:endParaRPr>
          </a:p>
        </p:txBody>
      </p:sp>
      <p:sp>
        <p:nvSpPr>
          <p:cNvPr id="61" name="TextBox 45">
            <a:extLst>
              <a:ext uri="{FF2B5EF4-FFF2-40B4-BE49-F238E27FC236}">
                <a16:creationId xmlns:a16="http://schemas.microsoft.com/office/drawing/2014/main" id="{33F91C6B-3ED4-3177-98E9-4AB0C4429D92}"/>
              </a:ext>
            </a:extLst>
          </p:cNvPr>
          <p:cNvSpPr txBox="1"/>
          <p:nvPr/>
        </p:nvSpPr>
        <p:spPr>
          <a:xfrm>
            <a:off x="16367759" y="5623560"/>
            <a:ext cx="7315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548235"/>
            </a:solidFill>
          </a:ln>
        </p:spPr>
        <p:txBody>
          <a:bodyPr wrap="square" lIns="36576" tIns="0" rIns="36576" bIns="0" anchor="ctr">
            <a:spAutoFit/>
          </a:bodyPr>
          <a:lstStyle/>
          <a:p>
            <a:pPr algn="ctr"/>
            <a:r>
              <a:rPr sz="886" b="1" dirty="0" err="1">
                <a:solidFill>
                  <a:srgbClr val="111111"/>
                </a:solidFill>
                <a:latin typeface="Meiryo UI"/>
              </a:rPr>
              <a:t>はい</a:t>
            </a:r>
            <a:endParaRPr sz="886" b="1" dirty="0">
              <a:solidFill>
                <a:srgbClr val="111111"/>
              </a:solidFill>
              <a:latin typeface="Meiryo UI"/>
            </a:endParaRPr>
          </a:p>
        </p:txBody>
      </p:sp>
      <p:cxnSp>
        <p:nvCxnSpPr>
          <p:cNvPr id="62" name="Connector 46">
            <a:extLst>
              <a:ext uri="{FF2B5EF4-FFF2-40B4-BE49-F238E27FC236}">
                <a16:creationId xmlns:a16="http://schemas.microsoft.com/office/drawing/2014/main" id="{342E884F-967E-16B5-133B-EE4C54BD4F42}"/>
              </a:ext>
            </a:extLst>
          </p:cNvPr>
          <p:cNvCxnSpPr>
            <a:cxnSpLocks/>
            <a:stCxn id="38" idx="3"/>
            <a:endCxn id="40" idx="3"/>
          </p:cNvCxnSpPr>
          <p:nvPr/>
        </p:nvCxnSpPr>
        <p:spPr>
          <a:xfrm>
            <a:off x="19065240" y="4892040"/>
            <a:ext cx="12700" cy="3566160"/>
          </a:xfrm>
          <a:prstGeom prst="bentConnector3">
            <a:avLst>
              <a:gd name="adj1" fmla="val 1800000"/>
            </a:avLst>
          </a:prstGeom>
          <a:ln w="25400" cap="rnd">
            <a:solidFill>
              <a:srgbClr val="C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19">
            <a:extLst>
              <a:ext uri="{FF2B5EF4-FFF2-40B4-BE49-F238E27FC236}">
                <a16:creationId xmlns:a16="http://schemas.microsoft.com/office/drawing/2014/main" id="{1E0CE317-5448-2828-3C35-B992ED7F8850}"/>
              </a:ext>
            </a:extLst>
          </p:cNvPr>
          <p:cNvCxnSpPr>
            <a:cxnSpLocks/>
            <a:stCxn id="11" idx="1"/>
            <a:endCxn id="14" idx="1"/>
          </p:cNvCxnSpPr>
          <p:nvPr/>
        </p:nvCxnSpPr>
        <p:spPr>
          <a:xfrm rot="10800000" flipV="1">
            <a:off x="1051560" y="4590286"/>
            <a:ext cx="12700" cy="4873753"/>
          </a:xfrm>
          <a:prstGeom prst="bentConnector3">
            <a:avLst>
              <a:gd name="adj1" fmla="val 1800000"/>
            </a:avLst>
          </a:prstGeom>
          <a:ln w="25400" cap="rnd">
            <a:solidFill>
              <a:srgbClr val="C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5376672"/>
            <a:ext cx="603504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txBody>
          <a:bodyPr wrap="square" lIns="36576" tIns="0" rIns="36576" bIns="0" anchor="ctr">
            <a:spAutoFit/>
          </a:bodyPr>
          <a:lstStyle/>
          <a:p>
            <a:pPr algn="ctr"/>
            <a:r>
              <a:rPr sz="886" b="1" dirty="0" err="1">
                <a:solidFill>
                  <a:srgbClr val="111111"/>
                </a:solidFill>
                <a:latin typeface="Meiryo UI"/>
              </a:rPr>
              <a:t>いいえ</a:t>
            </a:r>
            <a:endParaRPr sz="886" b="1" dirty="0">
              <a:solidFill>
                <a:srgbClr val="111111"/>
              </a:solidFill>
              <a:latin typeface="Meiryo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442</Words>
  <Application>Microsoft Office PowerPoint</Application>
  <PresentationFormat>ユーザー設定</PresentationFormat>
  <Paragraphs>124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Meiryo UI</vt:lpstr>
      <vt:lpstr>Arial</vt:lpstr>
      <vt:lpstr>Calibri</vt:lpstr>
      <vt:lpstr>Office Theme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グエンホンソン</cp:lastModifiedBy>
  <cp:revision>15</cp:revision>
  <dcterms:created xsi:type="dcterms:W3CDTF">2013-01-27T09:14:16Z</dcterms:created>
  <dcterms:modified xsi:type="dcterms:W3CDTF">2026-09-04T02:32:16Z</dcterms:modified>
  <cp:category/>
</cp:coreProperties>
</file>