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700000" cy="7112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4C3060-D904-382D-FE8C-7BDADD4F5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7500" y="1163932"/>
            <a:ext cx="9525000" cy="247603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5DFD40F-FFA3-835C-7640-A88EA7A52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7500" y="3735447"/>
            <a:ext cx="9525000" cy="171708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C0A552-AB43-E092-5A9D-2F52A9043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75CA-1275-4B14-8D29-E44293BC416E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4A5353-CBA0-81B2-2CB2-77E28AAAF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E77B98-4242-99F3-77EC-04496BEF1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D9E7-8D9C-41CB-A204-294CE10393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310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EA1677-06A4-000C-B942-E42DBD923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0593480-92BD-8CB4-FC3D-4D3A1EF85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382C91-990B-A6EB-5DCA-48774628A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75CA-1275-4B14-8D29-E44293BC416E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C42C12-4EEA-5655-DBC8-0DB7989C1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E8686D-48A6-1373-35F9-1D882A276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D9E7-8D9C-41CB-A204-294CE10393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7388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A96159-1EAB-072F-26AB-7A159DA53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510" y="1773063"/>
            <a:ext cx="10953750" cy="295839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DC95E67-07CA-BD26-16D4-7387AC7C6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6510" y="4759445"/>
            <a:ext cx="10953750" cy="15557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43E954-B66D-8DAB-2C60-4DDFBEA8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75CA-1275-4B14-8D29-E44293BC416E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CE3CFD-86FA-6A89-564B-CBC5E16E4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644C7E-4CE5-A7D4-6D2D-CE136FEE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D9E7-8D9C-41CB-A204-294CE10393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3320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E9242C-81F6-516A-A500-1DF525A26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35C26F-D6FD-EC82-100D-6D60D95163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3125" y="1893241"/>
            <a:ext cx="5397500" cy="451249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7A26649-A682-1737-2BA2-A5D82417F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9375" y="1893241"/>
            <a:ext cx="5397500" cy="451249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17529F2-D3BA-3208-CE85-E6044E1C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75CA-1275-4B14-8D29-E44293BC416E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D8BDD5B-00FC-8ED4-6D93-CE28A177C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C0C2470-46E8-1A93-1F45-5B859041B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D9E7-8D9C-41CB-A204-294CE10393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2200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681BC7-EED6-65DD-7FEA-A76B7B1D5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79" y="378650"/>
            <a:ext cx="10953750" cy="1374658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704411-131D-B130-9BAA-18EA8F1B9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4781" y="1743428"/>
            <a:ext cx="5372695" cy="85442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EB5E699-E5D1-B300-726B-C0F5C26AF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4781" y="2597856"/>
            <a:ext cx="5372695" cy="382105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D1F0D6D-9F2E-58A5-A5FB-9B05DDD26F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29375" y="1743428"/>
            <a:ext cx="5399154" cy="85442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D598A4C-8F53-F974-48AF-1D8D358A3E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29375" y="2597856"/>
            <a:ext cx="5399154" cy="382105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2486D83-4BD8-7349-99E7-74F7C8684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75CA-1275-4B14-8D29-E44293BC416E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1C6613B-ADBA-4EBF-9877-69AA6B68B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4790F37-6CB4-02CF-7D77-F1A29C9AC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D9E7-8D9C-41CB-A204-294CE10393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0929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24143B-D5CC-AF71-CAB7-4655BB947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0A591ED-B6BF-BE9D-C137-E5093F5BA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75CA-1275-4B14-8D29-E44293BC416E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1AFA258-3B4D-46B0-4E4E-4071CA288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32B7A02-1667-A1A5-B8AE-62CE049B6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D9E7-8D9C-41CB-A204-294CE10393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1293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A57F93D-4ADF-0BED-902E-9EAF60027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75CA-1275-4B14-8D29-E44293BC416E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C1263AE-1EB0-D035-4ADA-35F450EDF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D10B522-FBF5-86B6-A909-088A25336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D9E7-8D9C-41CB-A204-294CE10393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7354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FA76D8-93E8-E8B5-6B82-2D48AEC62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80" y="474133"/>
            <a:ext cx="4096080" cy="16594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A5155F-4E27-276B-3ED8-3BC7FE816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155" y="1023998"/>
            <a:ext cx="6429375" cy="505413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CEE0D44-7554-3FD3-2721-5464DCFF8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4780" y="2133600"/>
            <a:ext cx="4096080" cy="395275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FC62F49-EAB2-D4EC-BC7A-0E88FFDB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75CA-1275-4B14-8D29-E44293BC416E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DF6A91-CDEA-ADC4-D9EA-3E6DB1BFC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8B32043-E7A8-4AD0-7972-AE7B47A76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D9E7-8D9C-41CB-A204-294CE10393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10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008D73-0058-F1E2-5706-73DC92F8B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80" y="474133"/>
            <a:ext cx="4096080" cy="16594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DCE67CF-2279-7EAF-8E79-7EA77BD0C9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99155" y="1023998"/>
            <a:ext cx="6429375" cy="505413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8BC84B1-694A-146A-BAB6-A2F7FAB6B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4780" y="2133600"/>
            <a:ext cx="4096080" cy="395275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BA48FA8-6F93-55A7-0BF7-011A7355C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75CA-1275-4B14-8D29-E44293BC416E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30FFE2-7BD0-4526-4548-512B1B308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7A2D79B-776A-A6CA-EF16-CFB5D8922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D9E7-8D9C-41CB-A204-294CE10393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4455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14F972-0722-E059-9CAF-0C00AC0A5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1E0B53A-956B-AE59-DA9A-EC02156E0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DE86A3-04E9-4368-5708-17D241744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75CA-1275-4B14-8D29-E44293BC416E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2DA61F-A72B-422C-5AE1-6CAED5382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355F78-CED7-2148-1120-9CB3D209B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D9E7-8D9C-41CB-A204-294CE10393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4888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89574D2-D6C6-E703-9493-28FBA45050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88437" y="378648"/>
            <a:ext cx="2738438" cy="6027091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AA9F23B-15C8-3EB0-9D1A-3C31984C9A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73126" y="378648"/>
            <a:ext cx="8056563" cy="6027091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09CE04-2C7B-A931-6BC7-878E4333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75CA-1275-4B14-8D29-E44293BC416E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94A55F-2B7D-A9B2-C2BB-5216A4DB3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DF93AB-4D51-BFA9-DBE6-20CFAB5A0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D9E7-8D9C-41CB-A204-294CE10393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6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87EC61E-4803-A863-9774-662C13E98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25" y="378650"/>
            <a:ext cx="10953750" cy="137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A0FB7A9-551B-E2FC-E1A5-01328058D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3125" y="1893241"/>
            <a:ext cx="10953750" cy="4512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9BB6DB-DF9E-45C6-7C18-CAD3C7A183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3125" y="6591772"/>
            <a:ext cx="2857500" cy="37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4275CA-1275-4B14-8D29-E44293BC416E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1974C5-61CC-3329-F7CE-213CDB3209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6875" y="6591772"/>
            <a:ext cx="4286250" cy="37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A7EA1B-BB0B-5F99-C11A-8C8871464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591772"/>
            <a:ext cx="2857500" cy="37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01D9E7-8D9C-41CB-A204-294CE10393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8188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ImportedDiagram_slide_1">
            <a:extLst>
              <a:ext uri="{FF2B5EF4-FFF2-40B4-BE49-F238E27FC236}">
                <a16:creationId xmlns:a16="http://schemas.microsoft.com/office/drawing/2014/main" id="{944FAD00-5B11-41B4-83E1-07CAF82EEBA6}"/>
              </a:ext>
            </a:extLst>
          </p:cNvPr>
          <p:cNvGrpSpPr>
            <a:grpSpLocks noChangeAspect="1"/>
          </p:cNvGrpSpPr>
          <p:nvPr/>
        </p:nvGrpSpPr>
        <p:grpSpPr>
          <a:xfrm>
            <a:off x="254000" y="254000"/>
            <a:ext cx="9525003" cy="3437567"/>
            <a:chOff x="0" y="0"/>
            <a:chExt cx="19616444" cy="7014186"/>
          </a:xfrm>
        </p:grpSpPr>
        <p:cxnSp>
          <p:nvCxnSpPr>
            <p:cNvPr id="3" name="Connector 130">
              <a:extLst>
                <a:ext uri="{FF2B5EF4-FFF2-40B4-BE49-F238E27FC236}">
                  <a16:creationId xmlns:a16="http://schemas.microsoft.com/office/drawing/2014/main" id="{05C00D7A-3A65-12EA-B2FD-0826260902CE}"/>
                </a:ext>
              </a:extLst>
            </p:cNvPr>
            <p:cNvCxnSpPr/>
            <p:nvPr/>
          </p:nvCxnSpPr>
          <p:spPr>
            <a:xfrm flipH="1">
              <a:off x="8857247" y="1403974"/>
              <a:ext cx="493776" cy="731520"/>
            </a:xfrm>
            <a:prstGeom prst="line">
              <a:avLst/>
            </a:prstGeom>
            <a:ln w="12333">
              <a:solidFill>
                <a:srgbClr val="548235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 128">
              <a:extLst>
                <a:ext uri="{FF2B5EF4-FFF2-40B4-BE49-F238E27FC236}">
                  <a16:creationId xmlns:a16="http://schemas.microsoft.com/office/drawing/2014/main" id="{DB04890D-ADB5-075F-3F64-602E85AB3A4E}"/>
                </a:ext>
              </a:extLst>
            </p:cNvPr>
            <p:cNvCxnSpPr/>
            <p:nvPr/>
          </p:nvCxnSpPr>
          <p:spPr>
            <a:xfrm>
              <a:off x="10905504" y="946774"/>
              <a:ext cx="1179575" cy="18288"/>
            </a:xfrm>
            <a:prstGeom prst="line">
              <a:avLst/>
            </a:prstGeom>
            <a:ln w="12333">
              <a:solidFill>
                <a:srgbClr val="548235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126">
              <a:extLst>
                <a:ext uri="{FF2B5EF4-FFF2-40B4-BE49-F238E27FC236}">
                  <a16:creationId xmlns:a16="http://schemas.microsoft.com/office/drawing/2014/main" id="{58B9E8E4-081F-3857-6218-F6F3E1A749D7}"/>
                </a:ext>
              </a:extLst>
            </p:cNvPr>
            <p:cNvCxnSpPr/>
            <p:nvPr/>
          </p:nvCxnSpPr>
          <p:spPr>
            <a:xfrm>
              <a:off x="5647703" y="946774"/>
              <a:ext cx="2148839" cy="0"/>
            </a:xfrm>
            <a:prstGeom prst="line">
              <a:avLst/>
            </a:prstGeom>
            <a:ln w="12333">
              <a:solidFill>
                <a:srgbClr val="548235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frame_0">
              <a:extLst>
                <a:ext uri="{FF2B5EF4-FFF2-40B4-BE49-F238E27FC236}">
                  <a16:creationId xmlns:a16="http://schemas.microsoft.com/office/drawing/2014/main" id="{5C120B19-A392-0FDA-1203-9BF7A3162180}"/>
                </a:ext>
              </a:extLst>
            </p:cNvPr>
            <p:cNvSpPr/>
            <p:nvPr/>
          </p:nvSpPr>
          <p:spPr>
            <a:xfrm>
              <a:off x="0" y="0"/>
              <a:ext cx="5831305" cy="2992417"/>
            </a:xfrm>
            <a:prstGeom prst="roundRect">
              <a:avLst>
                <a:gd name="adj" fmla="val 3000"/>
              </a:avLst>
            </a:prstGeom>
            <a:noFill/>
            <a:ln w="9842">
              <a:solidFill>
                <a:srgbClr val="2E75B6"/>
              </a:solidFill>
            </a:ln>
          </p:spPr>
          <p:txBody>
            <a:bodyPr wrap="square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7" name="frame_title_0">
              <a:extLst>
                <a:ext uri="{FF2B5EF4-FFF2-40B4-BE49-F238E27FC236}">
                  <a16:creationId xmlns:a16="http://schemas.microsoft.com/office/drawing/2014/main" id="{DE4CC980-EEA0-C726-8DA4-CCE702D36D00}"/>
                </a:ext>
              </a:extLst>
            </p:cNvPr>
            <p:cNvSpPr/>
            <p:nvPr/>
          </p:nvSpPr>
          <p:spPr>
            <a:xfrm>
              <a:off x="1868850" y="80937"/>
              <a:ext cx="2093604" cy="213392"/>
            </a:xfrm>
            <a:prstGeom prst="rect">
              <a:avLst/>
            </a:prstGeom>
            <a:solidFill>
              <a:srgbClr val="DDEBF7"/>
            </a:solidFill>
            <a:ln w="4218">
              <a:noFill/>
            </a:ln>
          </p:spPr>
          <p:txBody>
            <a:bodyPr wrap="square" lIns="15941" tIns="7970" rIns="15941" bIns="797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altLang="en-US" sz="575" b="1">
                  <a:solidFill>
                    <a:srgbClr val="2E75B6"/>
                  </a:solidFill>
                  <a:latin typeface="Meiryo UI"/>
                  <a:ea typeface="Meiryo UI"/>
                  <a:cs typeface="Meiryo UI"/>
                </a:rPr>
                <a:t>（</a:t>
              </a:r>
              <a:r>
                <a:rPr lang="en-US" altLang="ja-JP" sz="575" b="1">
                  <a:solidFill>
                    <a:srgbClr val="2E75B6"/>
                  </a:solidFill>
                  <a:latin typeface="Meiryo UI"/>
                  <a:ea typeface="Meiryo UI"/>
                  <a:cs typeface="Meiryo UI"/>
                </a:rPr>
                <a:t>1</a:t>
              </a:r>
              <a:r>
                <a:rPr lang="ja-JP" altLang="en-US" sz="575" b="1">
                  <a:solidFill>
                    <a:srgbClr val="2E75B6"/>
                  </a:solidFill>
                  <a:latin typeface="Meiryo UI"/>
                  <a:ea typeface="Meiryo UI"/>
                  <a:cs typeface="Meiryo UI"/>
                </a:rPr>
                <a:t>）アプリケーション層</a:t>
              </a:r>
            </a:p>
          </p:txBody>
        </p:sp>
        <p:sp>
          <p:nvSpPr>
            <p:cNvPr id="8" name="frame_1">
              <a:extLst>
                <a:ext uri="{FF2B5EF4-FFF2-40B4-BE49-F238E27FC236}">
                  <a16:creationId xmlns:a16="http://schemas.microsoft.com/office/drawing/2014/main" id="{5237B5A7-55AF-03DF-1641-FBCE173CE47D}"/>
                </a:ext>
              </a:extLst>
            </p:cNvPr>
            <p:cNvSpPr/>
            <p:nvPr/>
          </p:nvSpPr>
          <p:spPr>
            <a:xfrm>
              <a:off x="7620404" y="33132"/>
              <a:ext cx="11996040" cy="6981054"/>
            </a:xfrm>
            <a:prstGeom prst="roundRect">
              <a:avLst>
                <a:gd name="adj" fmla="val 3000"/>
              </a:avLst>
            </a:prstGeom>
            <a:noFill/>
            <a:ln w="9842">
              <a:solidFill>
                <a:srgbClr val="538135"/>
              </a:solidFill>
            </a:ln>
          </p:spPr>
          <p:txBody>
            <a:bodyPr wrap="square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9" name="frame_title_1">
              <a:extLst>
                <a:ext uri="{FF2B5EF4-FFF2-40B4-BE49-F238E27FC236}">
                  <a16:creationId xmlns:a16="http://schemas.microsoft.com/office/drawing/2014/main" id="{5962FFDE-4246-BF2B-4572-5F054BDC1AAD}"/>
                </a:ext>
              </a:extLst>
            </p:cNvPr>
            <p:cNvSpPr/>
            <p:nvPr/>
          </p:nvSpPr>
          <p:spPr>
            <a:xfrm>
              <a:off x="12132710" y="114067"/>
              <a:ext cx="2971428" cy="213392"/>
            </a:xfrm>
            <a:prstGeom prst="rect">
              <a:avLst/>
            </a:prstGeom>
            <a:solidFill>
              <a:srgbClr val="E2F0D9"/>
            </a:solidFill>
            <a:ln w="4218">
              <a:noFill/>
            </a:ln>
          </p:spPr>
          <p:txBody>
            <a:bodyPr wrap="square" lIns="15941" tIns="7970" rIns="15941" bIns="797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altLang="en-US" sz="575" b="1">
                  <a:solidFill>
                    <a:srgbClr val="538135"/>
                  </a:solidFill>
                  <a:latin typeface="Meiryo UI"/>
                  <a:ea typeface="Meiryo UI"/>
                  <a:cs typeface="Meiryo UI"/>
                </a:rPr>
                <a:t>（</a:t>
              </a:r>
              <a:r>
                <a:rPr lang="en-US" altLang="ja-JP" sz="575" b="1">
                  <a:solidFill>
                    <a:srgbClr val="538135"/>
                  </a:solidFill>
                  <a:latin typeface="Meiryo UI"/>
                  <a:ea typeface="Meiryo UI"/>
                  <a:cs typeface="Meiryo UI"/>
                </a:rPr>
                <a:t>2</a:t>
              </a:r>
              <a:r>
                <a:rPr lang="ja-JP" altLang="en-US" sz="575" b="1">
                  <a:solidFill>
                    <a:srgbClr val="538135"/>
                  </a:solidFill>
                  <a:latin typeface="Meiryo UI"/>
                  <a:ea typeface="Meiryo UI"/>
                  <a:cs typeface="Meiryo UI"/>
                </a:rPr>
                <a:t>）デバイス制御層（</a:t>
              </a:r>
              <a:r>
                <a:rPr lang="en-US" altLang="ja-JP" sz="575" b="1">
                  <a:solidFill>
                    <a:srgbClr val="538135"/>
                  </a:solidFill>
                  <a:latin typeface="Meiryo UI"/>
                  <a:ea typeface="Meiryo UI"/>
                  <a:cs typeface="Meiryo UI"/>
                </a:rPr>
                <a:t>DeviceCtrl</a:t>
              </a:r>
              <a:r>
                <a:rPr lang="ja-JP" altLang="en-US" sz="575" b="1">
                  <a:solidFill>
                    <a:srgbClr val="538135"/>
                  </a:solidFill>
                  <a:latin typeface="Meiryo UI"/>
                  <a:ea typeface="Meiryo UI"/>
                  <a:cs typeface="Meiryo UI"/>
                </a:rPr>
                <a:t>）</a:t>
              </a:r>
            </a:p>
          </p:txBody>
        </p:sp>
        <p:sp>
          <p:nvSpPr>
            <p:cNvPr id="10" name="shape_d51_DEVICE_CTRL_CONTRACT" title="④ 《インターフェース》 公開デバイス契約群 1. IPrinterStrategy 2. IBarcodeScannerStrategy 3. ICashChangerStrategy 4. ICustomerDisplayStrategy 5. IDrawerStrategy 6. IPaymentStrategy 7. IKeyboardStrategy">
              <a:extLst>
                <a:ext uri="{FF2B5EF4-FFF2-40B4-BE49-F238E27FC236}">
                  <a16:creationId xmlns:a16="http://schemas.microsoft.com/office/drawing/2014/main" id="{F8F5B202-6497-7165-7980-B5817FAF46CB}"/>
                </a:ext>
              </a:extLst>
            </p:cNvPr>
            <p:cNvSpPr/>
            <p:nvPr/>
          </p:nvSpPr>
          <p:spPr>
            <a:xfrm>
              <a:off x="15986865" y="4836950"/>
              <a:ext cx="3441944" cy="1459159"/>
            </a:xfrm>
            <a:prstGeom prst="roundRect">
              <a:avLst/>
            </a:prstGeom>
            <a:solidFill>
              <a:srgbClr val="DDEBF7">
                <a:alpha val="100000"/>
              </a:srgbClr>
            </a:solidFill>
            <a:ln w="11248" cap="flat" cmpd="sng" algn="ctr">
              <a:solidFill>
                <a:srgbClr val="4472C4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3743" tIns="16871" rIns="33743" bIns="1687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0" lang="ja-JP" altLang="en-US" sz="442" b="1" kern="0">
                  <a:solidFill>
                    <a:srgbClr val="111111"/>
                  </a:solidFill>
                  <a:latin typeface="Meiryo UI"/>
                  <a:ea typeface="Meiryo UI"/>
                </a:rPr>
                <a:t>(4) </a:t>
              </a:r>
              <a:r>
                <a:rPr kumimoji="0" lang="en-US" altLang="ja-JP" sz="442" b="1" kern="0">
                  <a:solidFill>
                    <a:srgbClr val="111111"/>
                  </a:solidFill>
                  <a:latin typeface="Meiryo UI"/>
                  <a:ea typeface="Meiryo UI"/>
                </a:rPr>
                <a:t>《</a:t>
              </a:r>
              <a:r>
                <a:rPr kumimoji="0" lang="ja-JP" altLang="en-US" sz="442" b="1" kern="0">
                  <a:solidFill>
                    <a:srgbClr val="111111"/>
                  </a:solidFill>
                  <a:latin typeface="Meiryo UI"/>
                  <a:ea typeface="Meiryo UI"/>
                </a:rPr>
                <a:t>インターフェース</a:t>
              </a:r>
              <a:r>
                <a:rPr kumimoji="0" lang="en-US" altLang="ja-JP" sz="442" b="1" kern="0">
                  <a:solidFill>
                    <a:srgbClr val="111111"/>
                  </a:solidFill>
                  <a:latin typeface="Meiryo UI"/>
                  <a:ea typeface="Meiryo UI"/>
                </a:rPr>
                <a:t>》
</a:t>
              </a:r>
              <a:r>
                <a:rPr kumimoji="0" lang="ja-JP" altLang="en-US" sz="442" b="1" kern="0">
                  <a:solidFill>
                    <a:srgbClr val="111111"/>
                  </a:solidFill>
                  <a:latin typeface="Meiryo UI"/>
                  <a:ea typeface="Meiryo UI"/>
                </a:rPr>
                <a:t>公開デバイス契約群
</a:t>
              </a:r>
              <a:r>
                <a:rPr kumimoji="0" lang="en-US" altLang="ja-JP" sz="442" b="1" kern="0">
                  <a:solidFill>
                    <a:srgbClr val="111111"/>
                  </a:solidFill>
                  <a:latin typeface="Meiryo UI"/>
                  <a:ea typeface="Meiryo UI"/>
                </a:rPr>
                <a:t>1. IPrinterStrategy
2. IBarcodeScannerStrategy
3. ICashChangerStrategy
4. ICustomerDisplayStrategy
5. IDrawerStrategy
6. IPaymentStrategy
7. IKeyboardStrategy</a:t>
              </a:r>
              <a:endParaRPr kumimoji="0" lang="ja-JP" altLang="en-US" sz="442" b="1" kern="0">
                <a:solidFill>
                  <a:srgbClr val="111111"/>
                </a:solidFill>
                <a:latin typeface="Meiryo UI"/>
                <a:ea typeface="Meiryo UI"/>
              </a:endParaRPr>
            </a:p>
          </p:txBody>
        </p:sp>
        <p:sp>
          <p:nvSpPr>
            <p:cNvPr id="11" name="shape_d51_APP_SERVICE" title="③ アプリケーションサービス IDeviceIntegrationTestStrategyProvider等">
              <a:extLst>
                <a:ext uri="{FF2B5EF4-FFF2-40B4-BE49-F238E27FC236}">
                  <a16:creationId xmlns:a16="http://schemas.microsoft.com/office/drawing/2014/main" id="{96F9D587-0FA7-4A4A-3BAD-7EB141387794}"/>
                </a:ext>
              </a:extLst>
            </p:cNvPr>
            <p:cNvSpPr/>
            <p:nvPr/>
          </p:nvSpPr>
          <p:spPr>
            <a:xfrm>
              <a:off x="1910680" y="2363144"/>
              <a:ext cx="3479062" cy="384082"/>
            </a:xfrm>
            <a:prstGeom prst="roundRect">
              <a:avLst/>
            </a:prstGeom>
            <a:solidFill>
              <a:srgbClr val="F8FBFD">
                <a:alpha val="100000"/>
              </a:srgbClr>
            </a:solidFill>
            <a:ln w="11248" cap="flat" cmpd="sng" algn="ctr">
              <a:solidFill>
                <a:srgbClr val="0D32B2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3743" tIns="16871" rIns="33743" bIns="1687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42" b="1" kern="0">
                  <a:solidFill>
                    <a:srgbClr val="111111"/>
                  </a:solidFill>
                  <a:latin typeface="Meiryo UI"/>
                  <a:ea typeface="Meiryo UI"/>
                </a:rPr>
                <a:t>(3) アプリケーションサービス
画面の業務ロジック</a:t>
              </a:r>
            </a:p>
          </p:txBody>
        </p:sp>
        <p:sp>
          <p:nvSpPr>
            <p:cNvPr id="12" name="shape_d51_APP_VIEW" title="② 画面状態管理 DeviceIntegrationTestViewModel等">
              <a:extLst>
                <a:ext uri="{FF2B5EF4-FFF2-40B4-BE49-F238E27FC236}">
                  <a16:creationId xmlns:a16="http://schemas.microsoft.com/office/drawing/2014/main" id="{435B3AED-8C91-5DA5-1B4C-5B70AD4A5A02}"/>
                </a:ext>
              </a:extLst>
            </p:cNvPr>
            <p:cNvSpPr/>
            <p:nvPr/>
          </p:nvSpPr>
          <p:spPr>
            <a:xfrm>
              <a:off x="187634" y="500356"/>
              <a:ext cx="2485882" cy="864924"/>
            </a:xfrm>
            <a:prstGeom prst="roundRect">
              <a:avLst/>
            </a:prstGeom>
            <a:solidFill>
              <a:srgbClr val="F8FBFD">
                <a:alpha val="100000"/>
              </a:srgbClr>
            </a:solidFill>
            <a:ln w="11248" cap="flat" cmpd="sng" algn="ctr">
              <a:solidFill>
                <a:srgbClr val="0D32B2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3743" tIns="16871" rIns="33743" bIns="1687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42" b="1" kern="0">
                  <a:solidFill>
                    <a:srgbClr val="111111"/>
                  </a:solidFill>
                  <a:latin typeface="Meiryo UI"/>
                  <a:ea typeface="Meiryo UI"/>
                </a:rPr>
                <a:t>(2) 画面状態管理
画面のViewModel</a:t>
              </a:r>
            </a:p>
          </p:txBody>
        </p:sp>
        <p:sp>
          <p:nvSpPr>
            <p:cNvPr id="13" name="shape_d51_DEVICE_CTRL_FACTORY" title="③ ストラテジーファクトリー StrategyFactory&lt;T&gt;">
              <a:extLst>
                <a:ext uri="{FF2B5EF4-FFF2-40B4-BE49-F238E27FC236}">
                  <a16:creationId xmlns:a16="http://schemas.microsoft.com/office/drawing/2014/main" id="{AE08A5ED-2A14-D4BC-FF7A-5A6790F21BC0}"/>
                </a:ext>
              </a:extLst>
            </p:cNvPr>
            <p:cNvSpPr/>
            <p:nvPr/>
          </p:nvSpPr>
          <p:spPr>
            <a:xfrm>
              <a:off x="11935541" y="3670151"/>
              <a:ext cx="3450631" cy="384082"/>
            </a:xfrm>
            <a:prstGeom prst="roundRect">
              <a:avLst/>
            </a:prstGeom>
            <a:solidFill>
              <a:srgbClr val="F8FBFD">
                <a:alpha val="100000"/>
              </a:srgbClr>
            </a:solidFill>
            <a:ln w="11248" cap="flat" cmpd="sng" algn="ctr">
              <a:solidFill>
                <a:srgbClr val="0D32B2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3743" tIns="16871" rIns="33743" bIns="1687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42" b="1" kern="0">
                  <a:solidFill>
                    <a:srgbClr val="111111"/>
                  </a:solidFill>
                  <a:latin typeface="Meiryo UI"/>
                  <a:ea typeface="Meiryo UI"/>
                </a:rPr>
                <a:t>(3) ストラテジーファクトリー
</a:t>
              </a:r>
              <a:r>
                <a:rPr kumimoji="0" lang="en-US" altLang="ja-JP" sz="442" b="1" kern="0">
                  <a:solidFill>
                    <a:srgbClr val="111111"/>
                  </a:solidFill>
                  <a:latin typeface="Meiryo UI"/>
                  <a:ea typeface="Meiryo UI"/>
                </a:rPr>
                <a:t>StrategyFactory&lt;T&gt;</a:t>
              </a:r>
              <a:endParaRPr kumimoji="0" lang="ja-JP" altLang="en-US" sz="442" b="1" kern="0">
                <a:solidFill>
                  <a:srgbClr val="111111"/>
                </a:solidFill>
                <a:latin typeface="Meiryo UI"/>
                <a:ea typeface="Meiryo UI"/>
              </a:endParaRPr>
            </a:p>
          </p:txBody>
        </p:sp>
        <p:sp>
          <p:nvSpPr>
            <p:cNvPr id="14" name="shape_d51_APP_BOOT" title="① 構成ルート・ライフサイクル MauiProgram / App">
              <a:extLst>
                <a:ext uri="{FF2B5EF4-FFF2-40B4-BE49-F238E27FC236}">
                  <a16:creationId xmlns:a16="http://schemas.microsoft.com/office/drawing/2014/main" id="{787D119C-4BA1-ED25-C1E4-0AFF71E20744}"/>
                </a:ext>
              </a:extLst>
            </p:cNvPr>
            <p:cNvSpPr/>
            <p:nvPr/>
          </p:nvSpPr>
          <p:spPr>
            <a:xfrm>
              <a:off x="3396774" y="694857"/>
              <a:ext cx="2246899" cy="537665"/>
            </a:xfrm>
            <a:prstGeom prst="roundRect">
              <a:avLst/>
            </a:prstGeom>
            <a:solidFill>
              <a:srgbClr val="F8FBFD">
                <a:alpha val="100000"/>
              </a:srgbClr>
            </a:solidFill>
            <a:ln w="11248" cap="flat" cmpd="sng" algn="ctr">
              <a:solidFill>
                <a:srgbClr val="0D32B2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3743" tIns="16871" rIns="33743" bIns="1687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42" b="1" kern="0">
                  <a:solidFill>
                    <a:srgbClr val="111111"/>
                  </a:solidFill>
                  <a:latin typeface="Meiryo UI"/>
                  <a:ea typeface="Meiryo UI"/>
                </a:rPr>
                <a:t>(1) 構成ルート・ライフサイクル
MauiProgram / DeviceControlWindow</a:t>
              </a:r>
            </a:p>
          </p:txBody>
        </p:sp>
        <p:sp>
          <p:nvSpPr>
            <p:cNvPr id="15" name="shape_d51_DEVICE_CTRL_EVENT" title="⑤ 《インターフェース》 イベント受信 IDeviceEventReceiver">
              <a:extLst>
                <a:ext uri="{FF2B5EF4-FFF2-40B4-BE49-F238E27FC236}">
                  <a16:creationId xmlns:a16="http://schemas.microsoft.com/office/drawing/2014/main" id="{7B573B8B-2BD7-DFD1-68DC-D424B7B1FB41}"/>
                </a:ext>
              </a:extLst>
            </p:cNvPr>
            <p:cNvSpPr/>
            <p:nvPr/>
          </p:nvSpPr>
          <p:spPr>
            <a:xfrm>
              <a:off x="12087184" y="696589"/>
              <a:ext cx="1952833" cy="537665"/>
            </a:xfrm>
            <a:prstGeom prst="roundRect">
              <a:avLst/>
            </a:prstGeom>
            <a:solidFill>
              <a:srgbClr val="DDEBF7">
                <a:alpha val="100000"/>
              </a:srgbClr>
            </a:solidFill>
            <a:ln w="11248" cap="flat" cmpd="sng" algn="ctr">
              <a:solidFill>
                <a:srgbClr val="4472C4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3743" tIns="16871" rIns="33743" bIns="1687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42" b="1" kern="0">
                  <a:solidFill>
                    <a:srgbClr val="111111"/>
                  </a:solidFill>
                  <a:latin typeface="Meiryo UI"/>
                  <a:ea typeface="Meiryo UI"/>
                </a:rPr>
                <a:t>(5) </a:t>
              </a:r>
              <a:r>
                <a:rPr kumimoji="0" lang="en-US" altLang="ja-JP" sz="442" b="1" kern="0">
                  <a:solidFill>
                    <a:srgbClr val="111111"/>
                  </a:solidFill>
                  <a:latin typeface="Meiryo UI"/>
                  <a:ea typeface="Meiryo UI"/>
                </a:rPr>
                <a:t>《</a:t>
              </a:r>
              <a:r>
                <a:rPr kumimoji="0" lang="ja-JP" altLang="en-US" sz="442" b="1" kern="0">
                  <a:solidFill>
                    <a:srgbClr val="111111"/>
                  </a:solidFill>
                  <a:latin typeface="Meiryo UI"/>
                  <a:ea typeface="Meiryo UI"/>
                </a:rPr>
                <a:t>インターフェース</a:t>
              </a:r>
              <a:r>
                <a:rPr kumimoji="0" lang="en-US" altLang="ja-JP" sz="442" b="1" kern="0">
                  <a:solidFill>
                    <a:srgbClr val="111111"/>
                  </a:solidFill>
                  <a:latin typeface="Meiryo UI"/>
                  <a:ea typeface="Meiryo UI"/>
                </a:rPr>
                <a:t>》
</a:t>
              </a:r>
              <a:r>
                <a:rPr kumimoji="0" lang="ja-JP" altLang="en-US" sz="442" b="1" kern="0">
                  <a:solidFill>
                    <a:srgbClr val="111111"/>
                  </a:solidFill>
                  <a:latin typeface="Meiryo UI"/>
                  <a:ea typeface="Meiryo UI"/>
                </a:rPr>
                <a:t>イベント受信
</a:t>
              </a:r>
              <a:r>
                <a:rPr kumimoji="0" lang="en-US" altLang="ja-JP" sz="442" b="1" kern="0">
                  <a:solidFill>
                    <a:srgbClr val="111111"/>
                  </a:solidFill>
                  <a:latin typeface="Meiryo UI"/>
                  <a:ea typeface="Meiryo UI"/>
                </a:rPr>
                <a:t>IDeviceEventReceiver</a:t>
              </a:r>
              <a:endParaRPr kumimoji="0" lang="ja-JP" altLang="en-US" sz="442" b="1" kern="0">
                <a:solidFill>
                  <a:srgbClr val="111111"/>
                </a:solidFill>
                <a:latin typeface="Meiryo UI"/>
                <a:ea typeface="Meiryo UI"/>
              </a:endParaRPr>
            </a:p>
          </p:txBody>
        </p:sp>
        <p:sp>
          <p:nvSpPr>
            <p:cNvPr id="16" name="shape_d51_DEVICE_CTRL_CONFIG" title="② 設定サービス DeviceControllerConfigService">
              <a:extLst>
                <a:ext uri="{FF2B5EF4-FFF2-40B4-BE49-F238E27FC236}">
                  <a16:creationId xmlns:a16="http://schemas.microsoft.com/office/drawing/2014/main" id="{AE719E2D-3ACD-7E3E-3DA6-D9F0DF14FB8A}"/>
                </a:ext>
              </a:extLst>
            </p:cNvPr>
            <p:cNvSpPr/>
            <p:nvPr/>
          </p:nvSpPr>
          <p:spPr>
            <a:xfrm>
              <a:off x="12752235" y="2374387"/>
              <a:ext cx="3948469" cy="384082"/>
            </a:xfrm>
            <a:prstGeom prst="roundRect">
              <a:avLst/>
            </a:prstGeom>
            <a:solidFill>
              <a:srgbClr val="F8FBFD">
                <a:alpha val="100000"/>
              </a:srgbClr>
            </a:solidFill>
            <a:ln w="11248" cap="flat" cmpd="sng" algn="ctr">
              <a:solidFill>
                <a:srgbClr val="0D32B2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3743" tIns="16871" rIns="33743" bIns="1687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42" b="1" kern="0">
                  <a:solidFill>
                    <a:srgbClr val="111111"/>
                  </a:solidFill>
                  <a:latin typeface="Meiryo UI"/>
                  <a:ea typeface="Meiryo UI"/>
                </a:rPr>
                <a:t>(2) 設定サービス
</a:t>
              </a:r>
              <a:r>
                <a:rPr kumimoji="0" lang="en-US" altLang="ja-JP" sz="442" b="1" kern="0">
                  <a:solidFill>
                    <a:srgbClr val="111111"/>
                  </a:solidFill>
                  <a:latin typeface="Meiryo UI"/>
                  <a:ea typeface="Meiryo UI"/>
                </a:rPr>
                <a:t>DeviceControllerConfigService</a:t>
              </a:r>
              <a:endParaRPr kumimoji="0" lang="ja-JP" altLang="en-US" sz="442" b="1" kern="0">
                <a:solidFill>
                  <a:srgbClr val="111111"/>
                </a:solidFill>
                <a:latin typeface="Meiryo UI"/>
                <a:ea typeface="Meiryo UI"/>
              </a:endParaRPr>
            </a:p>
          </p:txBody>
        </p:sp>
        <p:sp>
          <p:nvSpPr>
            <p:cNvPr id="17" name="shape_d51_DEVICE_CTRL_MANAGER" title="① デバイスマネージャー DeviceManager">
              <a:extLst>
                <a:ext uri="{FF2B5EF4-FFF2-40B4-BE49-F238E27FC236}">
                  <a16:creationId xmlns:a16="http://schemas.microsoft.com/office/drawing/2014/main" id="{75906FC6-C508-B280-D99B-AD02B15D36C1}"/>
                </a:ext>
              </a:extLst>
            </p:cNvPr>
            <p:cNvSpPr/>
            <p:nvPr/>
          </p:nvSpPr>
          <p:spPr>
            <a:xfrm>
              <a:off x="7808038" y="2097653"/>
              <a:ext cx="2134027" cy="939796"/>
            </a:xfrm>
            <a:prstGeom prst="roundRect">
              <a:avLst/>
            </a:prstGeom>
            <a:solidFill>
              <a:srgbClr val="F8FBFD">
                <a:alpha val="100000"/>
              </a:srgbClr>
            </a:solidFill>
            <a:ln w="11248" cap="flat" cmpd="sng" algn="ctr">
              <a:solidFill>
                <a:srgbClr val="0D32B2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3743" tIns="16871" rIns="33743" bIns="1687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42" b="1" kern="0">
                  <a:solidFill>
                    <a:srgbClr val="111111"/>
                  </a:solidFill>
                  <a:latin typeface="Meiryo UI"/>
                  <a:ea typeface="Meiryo UI"/>
                </a:rPr>
                <a:t>(1) デバイスマネージャー
</a:t>
              </a:r>
              <a:r>
                <a:rPr kumimoji="0" lang="en-US" altLang="ja-JP" sz="442" b="1" kern="0">
                  <a:solidFill>
                    <a:srgbClr val="111111"/>
                  </a:solidFill>
                  <a:latin typeface="Meiryo UI"/>
                  <a:ea typeface="Meiryo UI"/>
                </a:rPr>
                <a:t>DeviceManager</a:t>
              </a:r>
              <a:endParaRPr kumimoji="0" lang="ja-JP" altLang="en-US" sz="442" b="1" kern="0">
                <a:solidFill>
                  <a:srgbClr val="111111"/>
                </a:solidFill>
                <a:latin typeface="Meiryo UI"/>
                <a:ea typeface="Meiryo UI"/>
              </a:endParaRPr>
            </a:p>
          </p:txBody>
        </p:sp>
        <p:cxnSp>
          <p:nvCxnSpPr>
            <p:cNvPr id="18" name="edge_d51_01_APP_VIEW_to_APP_SERVICE" descr="ユースケース" title="ユースケース">
              <a:extLst>
                <a:ext uri="{FF2B5EF4-FFF2-40B4-BE49-F238E27FC236}">
                  <a16:creationId xmlns:a16="http://schemas.microsoft.com/office/drawing/2014/main" id="{D5241639-CBB4-247E-92FE-53951519FE7F}"/>
                </a:ext>
              </a:extLst>
            </p:cNvPr>
            <p:cNvCxnSpPr>
              <a:cxnSpLocks/>
              <a:stCxn id="12" idx="2"/>
              <a:endCxn id="11" idx="1"/>
            </p:cNvCxnSpPr>
            <p:nvPr/>
          </p:nvCxnSpPr>
          <p:spPr>
            <a:xfrm rot="16200000" flipH="1">
              <a:off x="1075674" y="1720179"/>
              <a:ext cx="1189905" cy="480105"/>
            </a:xfrm>
            <a:prstGeom prst="bentConnector2">
              <a:avLst/>
            </a:prstGeom>
            <a:noFill/>
            <a:ln w="11248" cap="flat" cmpd="sng" algn="ctr">
              <a:solidFill>
                <a:srgbClr val="4472C4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edge_d51_02_DEVICE_CTRL_MANAGER_to_DEVICE_CTRL_CONFIG" descr="設定を委譲" title="設定を委譲">
              <a:extLst>
                <a:ext uri="{FF2B5EF4-FFF2-40B4-BE49-F238E27FC236}">
                  <a16:creationId xmlns:a16="http://schemas.microsoft.com/office/drawing/2014/main" id="{15EE46CF-12D7-68FA-36B7-A7F868FC4AB4}"/>
                </a:ext>
              </a:extLst>
            </p:cNvPr>
            <p:cNvCxnSpPr>
              <a:cxnSpLocks/>
              <a:stCxn id="17" idx="3"/>
              <a:endCxn id="16" idx="1"/>
            </p:cNvCxnSpPr>
            <p:nvPr/>
          </p:nvCxnSpPr>
          <p:spPr>
            <a:xfrm flipV="1">
              <a:off x="9942066" y="2566428"/>
              <a:ext cx="2810170" cy="1124"/>
            </a:xfrm>
            <a:prstGeom prst="bentConnector3">
              <a:avLst>
                <a:gd name="adj1" fmla="val 50000"/>
              </a:avLst>
            </a:prstGeom>
            <a:noFill/>
            <a:ln w="11248" cap="flat" cmpd="sng" algn="ctr">
              <a:solidFill>
                <a:srgbClr val="4472C4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edge_d51_03_DEVICE_CTRL_MANAGER_to_DEVICE_CTRL_FACTORY" descr="生成を要求" title="生成を要求">
              <a:extLst>
                <a:ext uri="{FF2B5EF4-FFF2-40B4-BE49-F238E27FC236}">
                  <a16:creationId xmlns:a16="http://schemas.microsoft.com/office/drawing/2014/main" id="{665F4F74-D86D-163E-A84A-594212837B48}"/>
                </a:ext>
              </a:extLst>
            </p:cNvPr>
            <p:cNvCxnSpPr>
              <a:cxnSpLocks/>
              <a:stCxn id="17" idx="2"/>
              <a:endCxn id="13" idx="2"/>
            </p:cNvCxnSpPr>
            <p:nvPr/>
          </p:nvCxnSpPr>
          <p:spPr>
            <a:xfrm rot="16200000" flipH="1">
              <a:off x="10759563" y="1152937"/>
              <a:ext cx="1016783" cy="4785803"/>
            </a:xfrm>
            <a:prstGeom prst="bentConnector3">
              <a:avLst>
                <a:gd name="adj1" fmla="val 145875"/>
              </a:avLst>
            </a:prstGeom>
            <a:noFill/>
            <a:ln w="11248" cap="flat" cmpd="sng" algn="ctr">
              <a:solidFill>
                <a:srgbClr val="4472C4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edge_d51_04_DEVICE_CTRL_FACTORY_to_DEVICE_CTRL_CONTRACT" descr="公開契約として返却" title="公開契約として返却">
              <a:extLst>
                <a:ext uri="{FF2B5EF4-FFF2-40B4-BE49-F238E27FC236}">
                  <a16:creationId xmlns:a16="http://schemas.microsoft.com/office/drawing/2014/main" id="{F565C754-DDD2-0D86-0992-E1C7CAB5C26C}"/>
                </a:ext>
              </a:extLst>
            </p:cNvPr>
            <p:cNvCxnSpPr>
              <a:cxnSpLocks/>
              <a:stCxn id="13" idx="3"/>
              <a:endCxn id="10" idx="0"/>
            </p:cNvCxnSpPr>
            <p:nvPr/>
          </p:nvCxnSpPr>
          <p:spPr>
            <a:xfrm>
              <a:off x="15386172" y="3862192"/>
              <a:ext cx="2321666" cy="974758"/>
            </a:xfrm>
            <a:prstGeom prst="bentConnector2">
              <a:avLst/>
            </a:prstGeom>
            <a:noFill/>
            <a:ln w="11248" cap="flat" cmpd="sng" algn="ctr">
              <a:solidFill>
                <a:srgbClr val="4472C4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dge_d51_05_APP_SERVICE_to_DEVICE_CTRL_MANAGER" descr="ストラテジーを取得" title="ストラテジーを取得">
              <a:extLst>
                <a:ext uri="{FF2B5EF4-FFF2-40B4-BE49-F238E27FC236}">
                  <a16:creationId xmlns:a16="http://schemas.microsoft.com/office/drawing/2014/main" id="{2E3930B6-D942-B55B-34BC-6D9DD53F789B}"/>
                </a:ext>
              </a:extLst>
            </p:cNvPr>
            <p:cNvCxnSpPr>
              <a:cxnSpLocks/>
              <a:stCxn id="11" idx="3"/>
              <a:endCxn id="17" idx="1"/>
            </p:cNvCxnSpPr>
            <p:nvPr/>
          </p:nvCxnSpPr>
          <p:spPr>
            <a:xfrm>
              <a:off x="5389742" y="2555185"/>
              <a:ext cx="2418296" cy="12367"/>
            </a:xfrm>
            <a:prstGeom prst="straightConnector1">
              <a:avLst/>
            </a:prstGeom>
            <a:noFill/>
            <a:ln w="11248" cap="flat" cmpd="sng" algn="ctr">
              <a:solidFill>
                <a:srgbClr val="4472C4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dge_d51_06_APP_SERVICE_to_DEVICE_CTRL_CONTRACT" descr="デバイス操作" title="デバイス操作">
              <a:extLst>
                <a:ext uri="{FF2B5EF4-FFF2-40B4-BE49-F238E27FC236}">
                  <a16:creationId xmlns:a16="http://schemas.microsoft.com/office/drawing/2014/main" id="{5113B9A9-B4FD-B11D-93CE-1F71067A448B}"/>
                </a:ext>
              </a:extLst>
            </p:cNvPr>
            <p:cNvCxnSpPr>
              <a:cxnSpLocks/>
              <a:stCxn id="11" idx="2"/>
              <a:endCxn id="10" idx="1"/>
            </p:cNvCxnSpPr>
            <p:nvPr/>
          </p:nvCxnSpPr>
          <p:spPr>
            <a:xfrm rot="16200000" flipH="1">
              <a:off x="8408887" y="-2011449"/>
              <a:ext cx="2819303" cy="12336653"/>
            </a:xfrm>
            <a:prstGeom prst="bentConnector2">
              <a:avLst/>
            </a:prstGeom>
            <a:noFill/>
            <a:ln w="11248" cap="flat" cmpd="sng" algn="ctr">
              <a:solidFill>
                <a:srgbClr val="4472C4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edge_label_d51_01_APP_VIEW_to_APP_SERVICE" descr="ユースケース" title="ユースケース">
              <a:extLst>
                <a:ext uri="{FF2B5EF4-FFF2-40B4-BE49-F238E27FC236}">
                  <a16:creationId xmlns:a16="http://schemas.microsoft.com/office/drawing/2014/main" id="{EF58412C-725B-18EF-80C3-F301A2D7A473}"/>
                </a:ext>
              </a:extLst>
            </p:cNvPr>
            <p:cNvSpPr txBox="1"/>
            <p:nvPr/>
          </p:nvSpPr>
          <p:spPr>
            <a:xfrm>
              <a:off x="1043726" y="1936143"/>
              <a:ext cx="750839" cy="148122"/>
            </a:xfrm>
            <a:prstGeom prst="rect">
              <a:avLst/>
            </a:prstGeom>
            <a:solidFill>
              <a:srgbClr val="FFFFFF"/>
            </a:solidFill>
            <a:ln w="11248">
              <a:solidFill>
                <a:srgbClr val="1F4E79"/>
              </a:solidFill>
            </a:ln>
          </p:spPr>
          <p:txBody>
            <a:bodyPr vert="horz" wrap="square" lIns="16871" tIns="5624" rIns="16871" bIns="562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398" kern="0">
                  <a:solidFill>
                    <a:srgbClr val="111111"/>
                  </a:solidFill>
                  <a:latin typeface="Meiryo UI"/>
                  <a:ea typeface="Meiryo UI"/>
                </a:rPr>
                <a:t>ユースケース</a:t>
              </a:r>
            </a:p>
          </p:txBody>
        </p:sp>
        <p:sp>
          <p:nvSpPr>
            <p:cNvPr id="25" name="edge_label_d51_02_DEVICE_CTRL_MANAGER_to_DEVICE_CTRL_CONFIG" descr="設定を委譲" title="設定を委譲">
              <a:extLst>
                <a:ext uri="{FF2B5EF4-FFF2-40B4-BE49-F238E27FC236}">
                  <a16:creationId xmlns:a16="http://schemas.microsoft.com/office/drawing/2014/main" id="{A5E10188-0A60-7A92-AF51-CEF560572A44}"/>
                </a:ext>
              </a:extLst>
            </p:cNvPr>
            <p:cNvSpPr txBox="1"/>
            <p:nvPr/>
          </p:nvSpPr>
          <p:spPr>
            <a:xfrm>
              <a:off x="10634791" y="2463724"/>
              <a:ext cx="926773" cy="148122"/>
            </a:xfrm>
            <a:prstGeom prst="rect">
              <a:avLst/>
            </a:prstGeom>
            <a:solidFill>
              <a:srgbClr val="FFFFFF"/>
            </a:solidFill>
            <a:ln w="11248">
              <a:solidFill>
                <a:srgbClr val="1F4E79"/>
              </a:solidFill>
            </a:ln>
          </p:spPr>
          <p:txBody>
            <a:bodyPr vert="horz" wrap="square" lIns="16871" tIns="5624" rIns="16871" bIns="562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398" kern="0">
                  <a:solidFill>
                    <a:srgbClr val="111111"/>
                  </a:solidFill>
                  <a:latin typeface="Meiryo UI"/>
                  <a:ea typeface="Meiryo UI"/>
                </a:rPr>
                <a:t>設定を委譲</a:t>
              </a:r>
            </a:p>
          </p:txBody>
        </p:sp>
        <p:sp>
          <p:nvSpPr>
            <p:cNvPr id="26" name="edge_label_d51_03_DEVICE_CTRL_MANAGER_to_DEVICE_CTRL_FACTORY" descr="生成を要求" title="生成を要求">
              <a:extLst>
                <a:ext uri="{FF2B5EF4-FFF2-40B4-BE49-F238E27FC236}">
                  <a16:creationId xmlns:a16="http://schemas.microsoft.com/office/drawing/2014/main" id="{8FD0B72D-1A87-EFE4-DDFD-1FA223D59BB1}"/>
                </a:ext>
              </a:extLst>
            </p:cNvPr>
            <p:cNvSpPr txBox="1"/>
            <p:nvPr/>
          </p:nvSpPr>
          <p:spPr>
            <a:xfrm>
              <a:off x="10207154" y="4426135"/>
              <a:ext cx="1041317" cy="148122"/>
            </a:xfrm>
            <a:prstGeom prst="rect">
              <a:avLst/>
            </a:prstGeom>
            <a:solidFill>
              <a:srgbClr val="FFFFFF"/>
            </a:solidFill>
            <a:ln w="11248">
              <a:solidFill>
                <a:srgbClr val="1F4E79"/>
              </a:solidFill>
            </a:ln>
          </p:spPr>
          <p:txBody>
            <a:bodyPr vert="horz" wrap="square" lIns="16871" tIns="5624" rIns="16871" bIns="562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398" kern="0">
                  <a:solidFill>
                    <a:srgbClr val="111111"/>
                  </a:solidFill>
                  <a:latin typeface="Meiryo UI"/>
                  <a:ea typeface="Meiryo UI"/>
                </a:rPr>
                <a:t>生成を要求</a:t>
              </a:r>
            </a:p>
          </p:txBody>
        </p:sp>
        <p:sp>
          <p:nvSpPr>
            <p:cNvPr id="27" name="edge_label_d51_04_DEVICE_CTRL_FACTORY_to_DEVICE_CTRL_CONTRACT" descr="公開契約として返却" title="公開契約として返却">
              <a:extLst>
                <a:ext uri="{FF2B5EF4-FFF2-40B4-BE49-F238E27FC236}">
                  <a16:creationId xmlns:a16="http://schemas.microsoft.com/office/drawing/2014/main" id="{7E02A816-9F43-3EE6-94C0-A77A3589E3A8}"/>
                </a:ext>
              </a:extLst>
            </p:cNvPr>
            <p:cNvSpPr txBox="1"/>
            <p:nvPr/>
          </p:nvSpPr>
          <p:spPr>
            <a:xfrm>
              <a:off x="15996463" y="3811935"/>
              <a:ext cx="1372665" cy="148122"/>
            </a:xfrm>
            <a:prstGeom prst="rect">
              <a:avLst/>
            </a:prstGeom>
            <a:solidFill>
              <a:srgbClr val="FFFFFF"/>
            </a:solidFill>
            <a:ln w="11248">
              <a:solidFill>
                <a:srgbClr val="1F4E79"/>
              </a:solidFill>
            </a:ln>
          </p:spPr>
          <p:txBody>
            <a:bodyPr vert="horz" wrap="square" lIns="16871" tIns="5624" rIns="16871" bIns="562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398" kern="0">
                  <a:solidFill>
                    <a:srgbClr val="111111"/>
                  </a:solidFill>
                  <a:latin typeface="Meiryo UI"/>
                  <a:ea typeface="Meiryo UI"/>
                </a:rPr>
                <a:t>公開契約として返却</a:t>
              </a:r>
            </a:p>
          </p:txBody>
        </p:sp>
        <p:sp>
          <p:nvSpPr>
            <p:cNvPr id="28" name="edge_label_d51_05_APP_SERVICE_to_DEVICE_CTRL_MANAGER" descr="ストラテジーを取得" title="ストラテジーを取得">
              <a:extLst>
                <a:ext uri="{FF2B5EF4-FFF2-40B4-BE49-F238E27FC236}">
                  <a16:creationId xmlns:a16="http://schemas.microsoft.com/office/drawing/2014/main" id="{3B53F97D-1050-5AFB-D472-9A5893C28B7E}"/>
                </a:ext>
              </a:extLst>
            </p:cNvPr>
            <p:cNvSpPr txBox="1"/>
            <p:nvPr/>
          </p:nvSpPr>
          <p:spPr>
            <a:xfrm>
              <a:off x="5716084" y="2478931"/>
              <a:ext cx="1305409" cy="148122"/>
            </a:xfrm>
            <a:prstGeom prst="rect">
              <a:avLst/>
            </a:prstGeom>
            <a:solidFill>
              <a:srgbClr val="FFFFFF"/>
            </a:solidFill>
            <a:ln w="11248">
              <a:solidFill>
                <a:srgbClr val="1F4E79"/>
              </a:solidFill>
            </a:ln>
          </p:spPr>
          <p:txBody>
            <a:bodyPr vert="horz" wrap="square" lIns="16871" tIns="5624" rIns="16871" bIns="562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398" kern="0">
                  <a:solidFill>
                    <a:srgbClr val="111111"/>
                  </a:solidFill>
                  <a:latin typeface="Meiryo UI"/>
                  <a:ea typeface="Meiryo UI"/>
                </a:rPr>
                <a:t>ストラテジーを取得</a:t>
              </a:r>
            </a:p>
          </p:txBody>
        </p:sp>
        <p:sp>
          <p:nvSpPr>
            <p:cNvPr id="29" name="edge_label_d51_06_APP_SERVICE_to_DEVICE_CTRL_CONTRACT">
              <a:extLst>
                <a:ext uri="{FF2B5EF4-FFF2-40B4-BE49-F238E27FC236}">
                  <a16:creationId xmlns:a16="http://schemas.microsoft.com/office/drawing/2014/main" id="{2DFDC522-3571-8DB5-45D1-207E93D34335}"/>
                </a:ext>
              </a:extLst>
            </p:cNvPr>
            <p:cNvSpPr txBox="1"/>
            <p:nvPr/>
          </p:nvSpPr>
          <p:spPr>
            <a:xfrm>
              <a:off x="10163823" y="3334374"/>
              <a:ext cx="1168400" cy="179536"/>
            </a:xfrm>
            <a:prstGeom prst="rect">
              <a:avLst/>
            </a:prstGeom>
            <a:noFill/>
          </p:spPr>
          <p:txBody>
            <a:bodyPr vert="horz" wrap="square" lIns="12333" tIns="6167" rIns="12333" bIns="6167" rtlCol="0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altLang="en-US" sz="486">
                  <a:solidFill>
                    <a:srgbClr val="514137"/>
                  </a:solidFill>
                  <a:latin typeface="Yu Gothic" panose="020B0400000000000000" pitchFamily="50" charset="-128"/>
                </a:rPr>
                <a:t>デバイス操作</a:t>
              </a:r>
            </a:p>
          </p:txBody>
        </p:sp>
        <p:sp>
          <p:nvSpPr>
            <p:cNvPr id="30" name="Rounded Rectangle 125">
              <a:extLst>
                <a:ext uri="{FF2B5EF4-FFF2-40B4-BE49-F238E27FC236}">
                  <a16:creationId xmlns:a16="http://schemas.microsoft.com/office/drawing/2014/main" id="{0102AA0B-9B10-407A-9D2E-128E56B58A60}"/>
                </a:ext>
              </a:extLst>
            </p:cNvPr>
            <p:cNvSpPr/>
            <p:nvPr/>
          </p:nvSpPr>
          <p:spPr>
            <a:xfrm>
              <a:off x="7796543" y="489574"/>
              <a:ext cx="3108960" cy="914400"/>
            </a:xfrm>
            <a:prstGeom prst="roundRect">
              <a:avLst>
                <a:gd name="adj" fmla="val 10000"/>
              </a:avLst>
            </a:prstGeom>
            <a:solidFill>
              <a:srgbClr val="E2F0D9"/>
            </a:solidFill>
            <a:ln w="7708">
              <a:solidFill>
                <a:srgbClr val="5381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2200" tIns="0" rIns="22200" bIns="0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534" b="1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起動と終了の管理</a:t>
              </a:r>
            </a:p>
            <a:p>
              <a:pPr algn="ctr"/>
              <a:r>
                <a:rPr sz="486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DeviceRuntime</a:t>
              </a:r>
            </a:p>
          </p:txBody>
        </p:sp>
        <p:sp>
          <p:nvSpPr>
            <p:cNvPr id="31" name="Rectangle 127">
              <a:extLst>
                <a:ext uri="{FF2B5EF4-FFF2-40B4-BE49-F238E27FC236}">
                  <a16:creationId xmlns:a16="http://schemas.microsoft.com/office/drawing/2014/main" id="{72C860B2-9C97-C6CB-CD99-F937E46FF2C0}"/>
                </a:ext>
              </a:extLst>
            </p:cNvPr>
            <p:cNvSpPr/>
            <p:nvPr/>
          </p:nvSpPr>
          <p:spPr>
            <a:xfrm>
              <a:off x="6315215" y="827902"/>
              <a:ext cx="813816" cy="237744"/>
            </a:xfrm>
            <a:prstGeom prst="rect">
              <a:avLst/>
            </a:prstGeom>
            <a:solidFill>
              <a:srgbClr val="FFFFFF"/>
            </a:solidFill>
            <a:ln w="12333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2200" tIns="0" rIns="22200" bIns="0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437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開始と停止</a:t>
              </a:r>
            </a:p>
          </p:txBody>
        </p:sp>
        <p:sp>
          <p:nvSpPr>
            <p:cNvPr id="32" name="Rectangle 129">
              <a:extLst>
                <a:ext uri="{FF2B5EF4-FFF2-40B4-BE49-F238E27FC236}">
                  <a16:creationId xmlns:a16="http://schemas.microsoft.com/office/drawing/2014/main" id="{7E6F8FC8-E9F6-A7F9-3F16-2BBCF4878451}"/>
                </a:ext>
              </a:extLst>
            </p:cNvPr>
            <p:cNvSpPr/>
            <p:nvPr/>
          </p:nvSpPr>
          <p:spPr>
            <a:xfrm>
              <a:off x="11028947" y="837046"/>
              <a:ext cx="932688" cy="237744"/>
            </a:xfrm>
            <a:prstGeom prst="rect">
              <a:avLst/>
            </a:prstGeom>
            <a:solidFill>
              <a:srgbClr val="FFFFFF"/>
            </a:solidFill>
            <a:ln w="12333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2200" tIns="0" rIns="22200" bIns="0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437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イベント受信</a:t>
              </a:r>
            </a:p>
          </p:txBody>
        </p:sp>
        <p:sp>
          <p:nvSpPr>
            <p:cNvPr id="33" name="Rectangle 131">
              <a:extLst>
                <a:ext uri="{FF2B5EF4-FFF2-40B4-BE49-F238E27FC236}">
                  <a16:creationId xmlns:a16="http://schemas.microsoft.com/office/drawing/2014/main" id="{03E31FF8-1DFB-3D5E-C302-0DA3BD129185}"/>
                </a:ext>
              </a:extLst>
            </p:cNvPr>
            <p:cNvSpPr/>
            <p:nvPr/>
          </p:nvSpPr>
          <p:spPr>
            <a:xfrm>
              <a:off x="8816099" y="1650862"/>
              <a:ext cx="576072" cy="237744"/>
            </a:xfrm>
            <a:prstGeom prst="rect">
              <a:avLst/>
            </a:prstGeom>
            <a:solidFill>
              <a:srgbClr val="FFFFFF"/>
            </a:solidFill>
            <a:ln w="12333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2200" tIns="0" rIns="22200" bIns="0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437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初期化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1419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ImportedDiagram_slide_2">
            <a:extLst>
              <a:ext uri="{FF2B5EF4-FFF2-40B4-BE49-F238E27FC236}">
                <a16:creationId xmlns:a16="http://schemas.microsoft.com/office/drawing/2014/main" id="{D61201A3-99A0-4E35-87CE-35A5AA20A672}"/>
              </a:ext>
            </a:extLst>
          </p:cNvPr>
          <p:cNvGrpSpPr>
            <a:grpSpLocks noChangeAspect="1"/>
          </p:cNvGrpSpPr>
          <p:nvPr/>
        </p:nvGrpSpPr>
        <p:grpSpPr>
          <a:xfrm>
            <a:off x="254000" y="254000"/>
            <a:ext cx="9525000" cy="2513430"/>
            <a:chOff x="0" y="0"/>
            <a:chExt cx="19555044" cy="5114502"/>
          </a:xfrm>
        </p:grpSpPr>
        <p:sp>
          <p:nvSpPr>
            <p:cNvPr id="3" name="frame_0">
              <a:extLst>
                <a:ext uri="{FF2B5EF4-FFF2-40B4-BE49-F238E27FC236}">
                  <a16:creationId xmlns:a16="http://schemas.microsoft.com/office/drawing/2014/main" id="{674F2E40-FFB3-D5C8-0E1D-74BE1012EC48}"/>
                </a:ext>
              </a:extLst>
            </p:cNvPr>
            <p:cNvSpPr/>
            <p:nvPr/>
          </p:nvSpPr>
          <p:spPr>
            <a:xfrm>
              <a:off x="0" y="0"/>
              <a:ext cx="19555044" cy="5114502"/>
            </a:xfrm>
            <a:prstGeom prst="roundRect">
              <a:avLst>
                <a:gd name="adj" fmla="val 3000"/>
              </a:avLst>
            </a:prstGeom>
            <a:noFill/>
            <a:ln w="11084">
              <a:solidFill>
                <a:srgbClr val="538135"/>
              </a:solidFill>
            </a:ln>
          </p:spPr>
          <p:txBody>
            <a:bodyPr wrap="square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4" name="frame_title_0">
              <a:extLst>
                <a:ext uri="{FF2B5EF4-FFF2-40B4-BE49-F238E27FC236}">
                  <a16:creationId xmlns:a16="http://schemas.microsoft.com/office/drawing/2014/main" id="{F2C40708-2DF3-861B-6CAC-71C669302363}"/>
                </a:ext>
              </a:extLst>
            </p:cNvPr>
            <p:cNvSpPr/>
            <p:nvPr/>
          </p:nvSpPr>
          <p:spPr>
            <a:xfrm>
              <a:off x="9050239" y="120497"/>
              <a:ext cx="1454569" cy="239783"/>
            </a:xfrm>
            <a:prstGeom prst="rect">
              <a:avLst/>
            </a:prstGeom>
            <a:solidFill>
              <a:srgbClr val="E2F0D9"/>
            </a:solidFill>
            <a:ln w="4750">
              <a:noFill/>
            </a:ln>
          </p:spPr>
          <p:txBody>
            <a:bodyPr wrap="square" lIns="17954" tIns="8977" rIns="17954" bIns="8977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altLang="en-US" sz="648" b="1">
                  <a:solidFill>
                    <a:srgbClr val="538135"/>
                  </a:solidFill>
                  <a:latin typeface="Meiryo UI"/>
                  <a:ea typeface="Meiryo UI"/>
                  <a:cs typeface="Meiryo UI"/>
                </a:rPr>
                <a:t>（</a:t>
              </a:r>
              <a:r>
                <a:rPr lang="en-US" altLang="ja-JP" sz="648" b="1">
                  <a:solidFill>
                    <a:srgbClr val="538135"/>
                  </a:solidFill>
                  <a:latin typeface="Meiryo UI"/>
                  <a:ea typeface="Meiryo UI"/>
                  <a:cs typeface="Meiryo UI"/>
                </a:rPr>
                <a:t>1</a:t>
              </a:r>
              <a:r>
                <a:rPr lang="ja-JP" altLang="en-US" sz="648" b="1">
                  <a:solidFill>
                    <a:srgbClr val="538135"/>
                  </a:solidFill>
                  <a:latin typeface="Meiryo UI"/>
                  <a:ea typeface="Meiryo UI"/>
                  <a:cs typeface="Meiryo UI"/>
                </a:rPr>
                <a:t>）設定管理</a:t>
              </a:r>
            </a:p>
          </p:txBody>
        </p:sp>
        <p:sp>
          <p:nvSpPr>
            <p:cNvPr id="5" name="shape_d61_CONFIG_DOMAIN_DEFAULT" title="④ 《設定資源》 デフォルト設定 TabletPos.DeviceCtrl組込みリソース">
              <a:extLst>
                <a:ext uri="{FF2B5EF4-FFF2-40B4-BE49-F238E27FC236}">
                  <a16:creationId xmlns:a16="http://schemas.microsoft.com/office/drawing/2014/main" id="{B5174D61-63FC-4811-8634-3EC3C4993DD5}"/>
                </a:ext>
              </a:extLst>
            </p:cNvPr>
            <p:cNvSpPr/>
            <p:nvPr/>
          </p:nvSpPr>
          <p:spPr>
            <a:xfrm>
              <a:off x="8969005" y="2518622"/>
              <a:ext cx="2844275" cy="609647"/>
            </a:xfrm>
            <a:prstGeom prst="roundRect">
              <a:avLst/>
            </a:prstGeom>
            <a:solidFill>
              <a:srgbClr val="FFF2CC">
                <a:alpha val="100000"/>
              </a:srgbClr>
            </a:solidFill>
            <a:ln w="12668" cap="flat" cmpd="sng" algn="ctr">
              <a:solidFill>
                <a:srgbClr val="BF9000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8003" tIns="19001" rIns="38003" bIns="1900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98" b="1" kern="0">
                  <a:solidFill>
                    <a:srgbClr val="111111"/>
                  </a:solidFill>
                  <a:latin typeface="Meiryo UI"/>
                  <a:ea typeface="Meiryo UI"/>
                </a:rPr>
                <a:t>(4) </a:t>
              </a:r>
              <a:r>
                <a:rPr kumimoji="0" lang="en-US" altLang="ja-JP" sz="498" b="1" kern="0">
                  <a:solidFill>
                    <a:srgbClr val="111111"/>
                  </a:solidFill>
                  <a:latin typeface="Meiryo UI"/>
                  <a:ea typeface="Meiryo UI"/>
                </a:rPr>
                <a:t>《</a:t>
              </a:r>
              <a:r>
                <a:rPr kumimoji="0" lang="ja-JP" altLang="en-US" sz="498" b="1" kern="0">
                  <a:solidFill>
                    <a:srgbClr val="111111"/>
                  </a:solidFill>
                  <a:latin typeface="Meiryo UI"/>
                  <a:ea typeface="Meiryo UI"/>
                </a:rPr>
                <a:t>設定資源</a:t>
              </a:r>
              <a:r>
                <a:rPr kumimoji="0" lang="en-US" altLang="ja-JP" sz="498" b="1" kern="0">
                  <a:solidFill>
                    <a:srgbClr val="111111"/>
                  </a:solidFill>
                  <a:latin typeface="Meiryo UI"/>
                  <a:ea typeface="Meiryo UI"/>
                </a:rPr>
                <a:t>》</a:t>
              </a:r>
            </a:p>
            <a:p>
              <a:pPr algn="ctr"/>
              <a:r>
                <a:rPr kumimoji="0" lang="ja-JP" altLang="en-US" sz="498" b="1" kern="0">
                  <a:solidFill>
                    <a:srgbClr val="111111"/>
                  </a:solidFill>
                  <a:latin typeface="Meiryo UI"/>
                  <a:ea typeface="Meiryo UI"/>
                </a:rPr>
                <a:t>最終フォールバック</a:t>
              </a:r>
            </a:p>
            <a:p>
              <a:pPr algn="ctr"/>
              <a:r>
                <a:rPr kumimoji="0" lang="en-US" altLang="ja-JP" sz="498" b="1" kern="0">
                  <a:solidFill>
                    <a:srgbClr val="111111"/>
                  </a:solidFill>
                  <a:latin typeface="Meiryo UI"/>
                  <a:ea typeface="Meiryo UI"/>
                </a:rPr>
                <a:t>Pos.DeviceCtrl組込みリソース</a:t>
              </a:r>
              <a:endParaRPr kumimoji="0" lang="ja-JP" altLang="en-US" sz="498" b="1" kern="0">
                <a:solidFill>
                  <a:srgbClr val="111111"/>
                </a:solidFill>
                <a:latin typeface="Meiryo UI"/>
                <a:ea typeface="Meiryo UI"/>
              </a:endParaRPr>
            </a:p>
          </p:txBody>
        </p:sp>
        <p:sp>
          <p:nvSpPr>
            <p:cNvPr id="6" name="shape_d61_CONFIG_DOMAIN_RUNTIME" title="③ 《設定資源》 ランタイム設定 device_controller_config.json">
              <a:extLst>
                <a:ext uri="{FF2B5EF4-FFF2-40B4-BE49-F238E27FC236}">
                  <a16:creationId xmlns:a16="http://schemas.microsoft.com/office/drawing/2014/main" id="{F31C2069-BD38-7AB0-BA62-590F5D0229E1}"/>
                </a:ext>
              </a:extLst>
            </p:cNvPr>
            <p:cNvSpPr/>
            <p:nvPr/>
          </p:nvSpPr>
          <p:spPr>
            <a:xfrm>
              <a:off x="8761102" y="4052484"/>
              <a:ext cx="3108485" cy="609647"/>
            </a:xfrm>
            <a:prstGeom prst="roundRect">
              <a:avLst/>
            </a:prstGeom>
            <a:solidFill>
              <a:srgbClr val="FFF2CC">
                <a:alpha val="100000"/>
              </a:srgbClr>
            </a:solidFill>
            <a:ln w="12668" cap="flat" cmpd="sng" algn="ctr">
              <a:solidFill>
                <a:srgbClr val="BF9000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8003" tIns="19001" rIns="38003" bIns="1900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98" b="1" kern="0">
                  <a:solidFill>
                    <a:srgbClr val="111111"/>
                  </a:solidFill>
                  <a:latin typeface="Meiryo UI"/>
                  <a:ea typeface="Meiryo UI"/>
                </a:rPr>
                <a:t>(3) </a:t>
              </a:r>
              <a:r>
                <a:rPr kumimoji="0" lang="en-US" altLang="ja-JP" sz="498" b="1" kern="0">
                  <a:solidFill>
                    <a:srgbClr val="111111"/>
                  </a:solidFill>
                  <a:latin typeface="Meiryo UI"/>
                  <a:ea typeface="Meiryo UI"/>
                </a:rPr>
                <a:t>《</a:t>
              </a:r>
              <a:r>
                <a:rPr kumimoji="0" lang="ja-JP" altLang="en-US" sz="498" b="1" kern="0">
                  <a:solidFill>
                    <a:srgbClr val="111111"/>
                  </a:solidFill>
                  <a:latin typeface="Meiryo UI"/>
                  <a:ea typeface="Meiryo UI"/>
                </a:rPr>
                <a:t>設定資源</a:t>
              </a:r>
              <a:r>
                <a:rPr kumimoji="0" lang="en-US" altLang="ja-JP" sz="498" b="1" kern="0">
                  <a:solidFill>
                    <a:srgbClr val="111111"/>
                  </a:solidFill>
                  <a:latin typeface="Meiryo UI"/>
                  <a:ea typeface="Meiryo UI"/>
                </a:rPr>
                <a:t>》</a:t>
              </a:r>
            </a:p>
            <a:p>
              <a:pPr algn="ctr"/>
              <a:r>
                <a:rPr kumimoji="0" lang="ja-JP" altLang="en-US" sz="498" b="1" kern="0">
                  <a:solidFill>
                    <a:srgbClr val="111111"/>
                  </a:solidFill>
                  <a:latin typeface="Meiryo UI"/>
                  <a:ea typeface="Meiryo UI"/>
                </a:rPr>
                <a:t>起動時取込</a:t>
              </a:r>
              <a:r>
                <a:rPr kumimoji="0" lang="en-US" altLang="ja-JP" sz="498" b="1" kern="0">
                  <a:solidFill>
                    <a:srgbClr val="111111"/>
                  </a:solidFill>
                  <a:latin typeface="Meiryo UI"/>
                  <a:ea typeface="Meiryo UI"/>
                </a:rPr>
                <a:t>JSON</a:t>
              </a:r>
            </a:p>
            <a:p>
              <a:pPr algn="ctr"/>
              <a:r>
                <a:rPr kumimoji="0" lang="en-US" altLang="ja-JP" sz="498" b="1" kern="0">
                  <a:solidFill>
                    <a:srgbClr val="111111"/>
                  </a:solidFill>
                  <a:latin typeface="Meiryo UI"/>
                  <a:ea typeface="Meiryo UI"/>
                </a:rPr>
                <a:t>device_controller_config.json</a:t>
              </a:r>
              <a:endParaRPr kumimoji="0" lang="ja-JP" altLang="en-US" sz="498" b="1" kern="0">
                <a:solidFill>
                  <a:srgbClr val="111111"/>
                </a:solidFill>
                <a:latin typeface="Meiryo UI"/>
                <a:ea typeface="Meiryo UI"/>
              </a:endParaRPr>
            </a:p>
          </p:txBody>
        </p:sp>
        <p:sp>
          <p:nvSpPr>
            <p:cNvPr id="7" name="shape_d61_CONFIG_DOMAIN_CONFIG" title="② 設定サービス DeviceControllerConfigService">
              <a:extLst>
                <a:ext uri="{FF2B5EF4-FFF2-40B4-BE49-F238E27FC236}">
                  <a16:creationId xmlns:a16="http://schemas.microsoft.com/office/drawing/2014/main" id="{723271D6-A958-755E-62A2-FB16420B423D}"/>
                </a:ext>
              </a:extLst>
            </p:cNvPr>
            <p:cNvSpPr/>
            <p:nvPr/>
          </p:nvSpPr>
          <p:spPr>
            <a:xfrm>
              <a:off x="5176527" y="825794"/>
              <a:ext cx="3134364" cy="842943"/>
            </a:xfrm>
            <a:prstGeom prst="roundRect">
              <a:avLst/>
            </a:prstGeom>
            <a:solidFill>
              <a:srgbClr val="F8FBFD">
                <a:alpha val="100000"/>
              </a:srgbClr>
            </a:solidFill>
            <a:ln w="12668" cap="flat" cmpd="sng" algn="ctr">
              <a:solidFill>
                <a:srgbClr val="0D32B2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8003" tIns="19001" rIns="38003" bIns="1900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98" b="1" kern="0">
                  <a:solidFill>
                    <a:srgbClr val="111111"/>
                  </a:solidFill>
                  <a:latin typeface="Meiryo UI"/>
                  <a:ea typeface="Meiryo UI"/>
                </a:rPr>
                <a:t>(2) 設定サービス
</a:t>
              </a:r>
              <a:r>
                <a:rPr kumimoji="0" lang="en-US" altLang="ja-JP" sz="498" b="1" kern="0">
                  <a:solidFill>
                    <a:srgbClr val="111111"/>
                  </a:solidFill>
                  <a:latin typeface="Meiryo UI"/>
                  <a:ea typeface="Meiryo UI"/>
                </a:rPr>
                <a:t>DeviceControllerConfigService</a:t>
              </a:r>
              <a:endParaRPr kumimoji="0" lang="ja-JP" altLang="en-US" sz="317" kern="0">
                <a:solidFill>
                  <a:srgbClr val="11111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" name="shape_d61_CONFIG_DOMAIN_MANAGER" title="① デバイスマネージャー DeviceManager">
              <a:extLst>
                <a:ext uri="{FF2B5EF4-FFF2-40B4-BE49-F238E27FC236}">
                  <a16:creationId xmlns:a16="http://schemas.microsoft.com/office/drawing/2014/main" id="{5A499871-D40D-8894-76CA-B0CEAA57C817}"/>
                </a:ext>
              </a:extLst>
            </p:cNvPr>
            <p:cNvSpPr/>
            <p:nvPr/>
          </p:nvSpPr>
          <p:spPr>
            <a:xfrm>
              <a:off x="210659" y="1029268"/>
              <a:ext cx="3129331" cy="431403"/>
            </a:xfrm>
            <a:prstGeom prst="roundRect">
              <a:avLst/>
            </a:prstGeom>
            <a:solidFill>
              <a:srgbClr val="F8FBFD">
                <a:alpha val="100000"/>
              </a:srgbClr>
            </a:solidFill>
            <a:ln w="12668" cap="flat" cmpd="sng" algn="ctr">
              <a:solidFill>
                <a:srgbClr val="0D32B2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8003" tIns="19001" rIns="38003" bIns="1900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98" b="1" kern="0">
                  <a:solidFill>
                    <a:srgbClr val="111111"/>
                  </a:solidFill>
                  <a:latin typeface="Meiryo UI"/>
                  <a:ea typeface="Meiryo UI"/>
                </a:rPr>
                <a:t>(1) デバイスマネージャー
</a:t>
              </a:r>
              <a:r>
                <a:rPr kumimoji="0" lang="en-US" altLang="ja-JP" sz="498" b="1" kern="0">
                  <a:solidFill>
                    <a:srgbClr val="111111"/>
                  </a:solidFill>
                  <a:latin typeface="Meiryo UI"/>
                  <a:ea typeface="Meiryo UI"/>
                </a:rPr>
                <a:t>DeviceManager</a:t>
              </a:r>
              <a:endParaRPr kumimoji="0" lang="ja-JP" altLang="en-US" sz="498" b="1" kern="0">
                <a:solidFill>
                  <a:srgbClr val="111111"/>
                </a:solidFill>
                <a:latin typeface="Meiryo UI"/>
                <a:ea typeface="Meiryo UI"/>
              </a:endParaRPr>
            </a:p>
          </p:txBody>
        </p:sp>
        <p:sp>
          <p:nvSpPr>
            <p:cNvPr id="9" name="shape_d61_CONFIG_DOMAIN_ACTIVE" title="⑥ 有効デバイス ActiveDevice">
              <a:extLst>
                <a:ext uri="{FF2B5EF4-FFF2-40B4-BE49-F238E27FC236}">
                  <a16:creationId xmlns:a16="http://schemas.microsoft.com/office/drawing/2014/main" id="{34215BF5-31C6-DC21-C538-ABFC964F5BB7}"/>
                </a:ext>
              </a:extLst>
            </p:cNvPr>
            <p:cNvSpPr/>
            <p:nvPr/>
          </p:nvSpPr>
          <p:spPr>
            <a:xfrm>
              <a:off x="16329375" y="2151307"/>
              <a:ext cx="3015010" cy="431403"/>
            </a:xfrm>
            <a:prstGeom prst="roundRect">
              <a:avLst/>
            </a:prstGeom>
            <a:solidFill>
              <a:srgbClr val="F8FBFD">
                <a:alpha val="100000"/>
              </a:srgbClr>
            </a:solidFill>
            <a:ln w="12668" cap="flat" cmpd="sng" algn="ctr">
              <a:solidFill>
                <a:srgbClr val="0D32B2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8003" tIns="19001" rIns="38003" bIns="1900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98" b="1" kern="0">
                  <a:solidFill>
                    <a:srgbClr val="111111"/>
                  </a:solidFill>
                  <a:latin typeface="Meiryo UI"/>
                  <a:ea typeface="Meiryo UI"/>
                </a:rPr>
                <a:t>(6) 有効デバイス
</a:t>
              </a:r>
              <a:r>
                <a:rPr kumimoji="0" lang="en-US" altLang="ja-JP" sz="498" b="1" kern="0">
                  <a:solidFill>
                    <a:srgbClr val="111111"/>
                  </a:solidFill>
                  <a:latin typeface="Meiryo UI"/>
                  <a:ea typeface="Meiryo UI"/>
                </a:rPr>
                <a:t>ActiveDevice</a:t>
              </a:r>
              <a:endParaRPr kumimoji="0" lang="ja-JP" altLang="en-US" sz="498" b="1" kern="0">
                <a:solidFill>
                  <a:srgbClr val="111111"/>
                </a:solidFill>
                <a:latin typeface="Meiryo UI"/>
                <a:ea typeface="Meiryo UI"/>
              </a:endParaRPr>
            </a:p>
          </p:txBody>
        </p:sp>
        <p:sp>
          <p:nvSpPr>
            <p:cNvPr id="10" name="shape_d61_CONFIG_DOMAIN_SPEC" title="⑦ デバイス仕様 DeviceSpec">
              <a:extLst>
                <a:ext uri="{FF2B5EF4-FFF2-40B4-BE49-F238E27FC236}">
                  <a16:creationId xmlns:a16="http://schemas.microsoft.com/office/drawing/2014/main" id="{8054943E-11A1-9D0A-EE31-4197E2812709}"/>
                </a:ext>
              </a:extLst>
            </p:cNvPr>
            <p:cNvSpPr/>
            <p:nvPr/>
          </p:nvSpPr>
          <p:spPr>
            <a:xfrm>
              <a:off x="15364547" y="4189961"/>
              <a:ext cx="3009159" cy="431403"/>
            </a:xfrm>
            <a:prstGeom prst="roundRect">
              <a:avLst/>
            </a:prstGeom>
            <a:solidFill>
              <a:srgbClr val="F8FBFD">
                <a:alpha val="100000"/>
              </a:srgbClr>
            </a:solidFill>
            <a:ln w="12668" cap="flat" cmpd="sng" algn="ctr">
              <a:solidFill>
                <a:srgbClr val="0D32B2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8003" tIns="19001" rIns="38003" bIns="1900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98" b="1" kern="0">
                  <a:solidFill>
                    <a:srgbClr val="111111"/>
                  </a:solidFill>
                  <a:latin typeface="Meiryo UI"/>
                  <a:ea typeface="Meiryo UI"/>
                </a:rPr>
                <a:t>(7) デバイス仕様
</a:t>
              </a:r>
              <a:r>
                <a:rPr kumimoji="0" lang="en-US" altLang="ja-JP" sz="498" b="1" kern="0">
                  <a:solidFill>
                    <a:srgbClr val="111111"/>
                  </a:solidFill>
                  <a:latin typeface="Meiryo UI"/>
                  <a:ea typeface="Meiryo UI"/>
                </a:rPr>
                <a:t>DeviceSpec</a:t>
              </a:r>
              <a:endParaRPr kumimoji="0" lang="ja-JP" altLang="en-US" sz="498" b="1" kern="0">
                <a:solidFill>
                  <a:srgbClr val="111111"/>
                </a:solidFill>
                <a:latin typeface="Meiryo UI"/>
                <a:ea typeface="Meiryo UI"/>
              </a:endParaRPr>
            </a:p>
          </p:txBody>
        </p:sp>
        <p:sp>
          <p:nvSpPr>
            <p:cNvPr id="11" name="shape_d61_CONFIG_DOMAIN_MODEL" title="⑤ 設定モデル DeviceConfig">
              <a:extLst>
                <a:ext uri="{FF2B5EF4-FFF2-40B4-BE49-F238E27FC236}">
                  <a16:creationId xmlns:a16="http://schemas.microsoft.com/office/drawing/2014/main" id="{D87A44B2-69D1-3653-206E-8F40209FDCFF}"/>
                </a:ext>
              </a:extLst>
            </p:cNvPr>
            <p:cNvSpPr/>
            <p:nvPr/>
          </p:nvSpPr>
          <p:spPr>
            <a:xfrm>
              <a:off x="12386222" y="2135777"/>
              <a:ext cx="2561434" cy="431403"/>
            </a:xfrm>
            <a:prstGeom prst="roundRect">
              <a:avLst/>
            </a:prstGeom>
            <a:solidFill>
              <a:srgbClr val="F8FBFD">
                <a:alpha val="100000"/>
              </a:srgbClr>
            </a:solidFill>
            <a:ln w="12668" cap="flat" cmpd="sng" algn="ctr">
              <a:solidFill>
                <a:srgbClr val="0D32B2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8003" tIns="19001" rIns="38003" bIns="1900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98" b="1" kern="0">
                  <a:solidFill>
                    <a:srgbClr val="111111"/>
                  </a:solidFill>
                  <a:latin typeface="Meiryo UI"/>
                  <a:ea typeface="Meiryo UI"/>
                </a:rPr>
                <a:t>(5) 設定モデル
</a:t>
              </a:r>
              <a:r>
                <a:rPr kumimoji="0" lang="en-US" altLang="ja-JP" sz="498" b="1" kern="0">
                  <a:solidFill>
                    <a:srgbClr val="111111"/>
                  </a:solidFill>
                  <a:latin typeface="Meiryo UI"/>
                  <a:ea typeface="Meiryo UI"/>
                </a:rPr>
                <a:t>DeviceConfig</a:t>
              </a:r>
              <a:endParaRPr kumimoji="0" lang="ja-JP" altLang="en-US" sz="498" b="1" kern="0">
                <a:solidFill>
                  <a:srgbClr val="111111"/>
                </a:solidFill>
                <a:latin typeface="Meiryo UI"/>
                <a:ea typeface="Meiryo UI"/>
              </a:endParaRPr>
            </a:p>
          </p:txBody>
        </p:sp>
        <p:cxnSp>
          <p:nvCxnSpPr>
            <p:cNvPr id="12" name="edge_d61_01_CONFIG_DOMAIN_MANAGER_to_CONFIG_DOMAIN_CONFIG" descr="初期化・保存を委譲" title="初期化・保存を委譲">
              <a:extLst>
                <a:ext uri="{FF2B5EF4-FFF2-40B4-BE49-F238E27FC236}">
                  <a16:creationId xmlns:a16="http://schemas.microsoft.com/office/drawing/2014/main" id="{1CDFAFCA-0D53-1666-A18B-49E1067CCF46}"/>
                </a:ext>
              </a:extLst>
            </p:cNvPr>
            <p:cNvCxnSpPr>
              <a:cxnSpLocks/>
              <a:stCxn id="8" idx="3"/>
              <a:endCxn id="7" idx="1"/>
            </p:cNvCxnSpPr>
            <p:nvPr/>
          </p:nvCxnSpPr>
          <p:spPr>
            <a:xfrm>
              <a:off x="3339989" y="1244970"/>
              <a:ext cx="1836538" cy="2297"/>
            </a:xfrm>
            <a:prstGeom prst="straightConnector1">
              <a:avLst/>
            </a:prstGeom>
            <a:noFill/>
            <a:ln w="12668" cap="flat" cmpd="sng" algn="ctr">
              <a:solidFill>
                <a:srgbClr val="4472C4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edge_d61_02_CONFIG_DOMAIN_CONFIG_to_CONFIG_DOMAIN_RUNTIME" descr="優先読込・保存" title="優先読込・保存">
              <a:extLst>
                <a:ext uri="{FF2B5EF4-FFF2-40B4-BE49-F238E27FC236}">
                  <a16:creationId xmlns:a16="http://schemas.microsoft.com/office/drawing/2014/main" id="{4EF3AE53-659E-7022-9775-C32278BE0EDC}"/>
                </a:ext>
              </a:extLst>
            </p:cNvPr>
            <p:cNvCxnSpPr>
              <a:cxnSpLocks/>
              <a:stCxn id="7" idx="2"/>
              <a:endCxn id="6" idx="1"/>
            </p:cNvCxnSpPr>
            <p:nvPr/>
          </p:nvCxnSpPr>
          <p:spPr>
            <a:xfrm rot="16200000" flipH="1">
              <a:off x="6408121" y="2004326"/>
              <a:ext cx="2688572" cy="2017391"/>
            </a:xfrm>
            <a:prstGeom prst="bentConnector2">
              <a:avLst/>
            </a:prstGeom>
            <a:noFill/>
            <a:ln w="12668" cap="flat" cmpd="sng" algn="ctr">
              <a:solidFill>
                <a:srgbClr val="4472C4"/>
              </a:solidFill>
              <a:prstDash val="solid"/>
              <a:headEnd type="arrow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edge_d61_03_CONFIG_DOMAIN_CONFIG_to_CONFIG_DOMAIN_DEFAULT" descr="フォールバック" title="フォールバック">
              <a:extLst>
                <a:ext uri="{FF2B5EF4-FFF2-40B4-BE49-F238E27FC236}">
                  <a16:creationId xmlns:a16="http://schemas.microsoft.com/office/drawing/2014/main" id="{5B45736B-C7A5-6E0C-7B19-A8696FA571C9}"/>
                </a:ext>
              </a:extLst>
            </p:cNvPr>
            <p:cNvCxnSpPr>
              <a:cxnSpLocks/>
              <a:stCxn id="7" idx="3"/>
              <a:endCxn id="5" idx="1"/>
            </p:cNvCxnSpPr>
            <p:nvPr/>
          </p:nvCxnSpPr>
          <p:spPr>
            <a:xfrm>
              <a:off x="8310892" y="1247265"/>
              <a:ext cx="658113" cy="1576182"/>
            </a:xfrm>
            <a:prstGeom prst="bentConnector3">
              <a:avLst>
                <a:gd name="adj1" fmla="val 50000"/>
              </a:avLst>
            </a:prstGeom>
            <a:noFill/>
            <a:ln w="12668" cap="flat" cmpd="sng" algn="ctr">
              <a:solidFill>
                <a:srgbClr val="7F7F7F"/>
              </a:solidFill>
              <a:prstDash val="dash"/>
              <a:headEnd type="arrow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edge_d61_04_CONFIG_DOMAIN_CONFIG_to_CONFIG_DOMAIN_MODEL" descr="デシリアライズ" title="デシリアライズ">
              <a:extLst>
                <a:ext uri="{FF2B5EF4-FFF2-40B4-BE49-F238E27FC236}">
                  <a16:creationId xmlns:a16="http://schemas.microsoft.com/office/drawing/2014/main" id="{121BA29A-4ED5-ADFA-E0CE-DA2FA5DA61A9}"/>
                </a:ext>
              </a:extLst>
            </p:cNvPr>
            <p:cNvCxnSpPr/>
            <p:nvPr/>
          </p:nvCxnSpPr>
          <p:spPr>
            <a:xfrm>
              <a:off x="6746634" y="825794"/>
              <a:ext cx="6784913" cy="1108458"/>
            </a:xfrm>
            <a:prstGeom prst="bentConnector3">
              <a:avLst>
                <a:gd name="adj1" fmla="val 50000"/>
              </a:avLst>
            </a:prstGeom>
            <a:noFill/>
            <a:ln w="12668" cap="flat" cmpd="sng" algn="ctr">
              <a:solidFill>
                <a:srgbClr val="4472C4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edge_d61_05_CONFIG_DOMAIN_MODEL_to_CONFIG_DOMAIN_ACTIVE" descr="保持" title="保持">
              <a:extLst>
                <a:ext uri="{FF2B5EF4-FFF2-40B4-BE49-F238E27FC236}">
                  <a16:creationId xmlns:a16="http://schemas.microsoft.com/office/drawing/2014/main" id="{08045367-542F-AA14-DFF8-89FA6B786929}"/>
                </a:ext>
              </a:extLst>
            </p:cNvPr>
            <p:cNvCxnSpPr>
              <a:cxnSpLocks/>
              <a:stCxn id="11" idx="3"/>
              <a:endCxn id="9" idx="1"/>
            </p:cNvCxnSpPr>
            <p:nvPr/>
          </p:nvCxnSpPr>
          <p:spPr>
            <a:xfrm>
              <a:off x="14947656" y="2351479"/>
              <a:ext cx="1381719" cy="15530"/>
            </a:xfrm>
            <a:prstGeom prst="straightConnector1">
              <a:avLst/>
            </a:prstGeom>
            <a:noFill/>
            <a:ln w="12668" cap="flat" cmpd="sng" algn="ctr">
              <a:solidFill>
                <a:srgbClr val="4472C4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edge_d61_06_CONFIG_DOMAIN_MODEL_to_CONFIG_DOMAIN_SPEC" descr="保持" title="保持">
              <a:extLst>
                <a:ext uri="{FF2B5EF4-FFF2-40B4-BE49-F238E27FC236}">
                  <a16:creationId xmlns:a16="http://schemas.microsoft.com/office/drawing/2014/main" id="{D759B095-2DB3-DD58-A219-575EE08D60A3}"/>
                </a:ext>
              </a:extLst>
            </p:cNvPr>
            <p:cNvCxnSpPr>
              <a:cxnSpLocks/>
              <a:stCxn id="11" idx="2"/>
              <a:endCxn id="10" idx="1"/>
            </p:cNvCxnSpPr>
            <p:nvPr/>
          </p:nvCxnSpPr>
          <p:spPr>
            <a:xfrm rot="16200000" flipH="1">
              <a:off x="13596501" y="2637617"/>
              <a:ext cx="1838484" cy="1697608"/>
            </a:xfrm>
            <a:prstGeom prst="bentConnector2">
              <a:avLst/>
            </a:prstGeom>
            <a:noFill/>
            <a:ln w="12668" cap="flat" cmpd="sng" algn="ctr">
              <a:solidFill>
                <a:srgbClr val="4472C4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edge_label_d61_01_CONFIG_DOMAIN_MANAGER_to_CONFIG_DOMAIN_CONFIG" descr="初期化・保存を委譲" title="初期化・保存を委譲">
              <a:extLst>
                <a:ext uri="{FF2B5EF4-FFF2-40B4-BE49-F238E27FC236}">
                  <a16:creationId xmlns:a16="http://schemas.microsoft.com/office/drawing/2014/main" id="{C7CCA05B-DA0F-8977-3E8D-A201B09B660E}"/>
                </a:ext>
              </a:extLst>
            </p:cNvPr>
            <p:cNvSpPr txBox="1"/>
            <p:nvPr/>
          </p:nvSpPr>
          <p:spPr>
            <a:xfrm>
              <a:off x="3720156" y="1134073"/>
              <a:ext cx="1144944" cy="166682"/>
            </a:xfrm>
            <a:prstGeom prst="rect">
              <a:avLst/>
            </a:prstGeom>
            <a:solidFill>
              <a:srgbClr val="FFFFFF"/>
            </a:solidFill>
            <a:ln w="12668">
              <a:solidFill>
                <a:srgbClr val="1F4E79"/>
              </a:solidFill>
            </a:ln>
          </p:spPr>
          <p:txBody>
            <a:bodyPr vert="horz" wrap="square" lIns="19001" tIns="6334" rIns="19001" bIns="633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49" kern="0">
                  <a:solidFill>
                    <a:srgbClr val="111111"/>
                  </a:solidFill>
                  <a:latin typeface="Meiryo UI"/>
                  <a:ea typeface="Meiryo UI"/>
                </a:rPr>
                <a:t>初期化・保存を委譲</a:t>
              </a:r>
            </a:p>
          </p:txBody>
        </p:sp>
        <p:sp>
          <p:nvSpPr>
            <p:cNvPr id="19" name="edge_label_d61_02_CONFIG_DOMAIN_CONFIG_to_CONFIG_DOMAIN_RUNTIME" descr="優先読込・保存" title="優先読込・保存">
              <a:extLst>
                <a:ext uri="{FF2B5EF4-FFF2-40B4-BE49-F238E27FC236}">
                  <a16:creationId xmlns:a16="http://schemas.microsoft.com/office/drawing/2014/main" id="{F7394DE4-DC73-E2E2-EB7C-3FD20D8B8B78}"/>
                </a:ext>
              </a:extLst>
            </p:cNvPr>
            <p:cNvSpPr txBox="1"/>
            <p:nvPr/>
          </p:nvSpPr>
          <p:spPr>
            <a:xfrm>
              <a:off x="5987135" y="2901910"/>
              <a:ext cx="1524000" cy="309671"/>
            </a:xfrm>
            <a:prstGeom prst="rect">
              <a:avLst/>
            </a:prstGeom>
            <a:solidFill>
              <a:srgbClr val="FFFFFF"/>
            </a:solidFill>
            <a:ln w="12668">
              <a:solidFill>
                <a:srgbClr val="1F4E79"/>
              </a:solidFill>
            </a:ln>
          </p:spPr>
          <p:txBody>
            <a:bodyPr vert="horz" wrap="square" lIns="19001" tIns="6334" rIns="19001" bIns="6334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38" kern="0">
                  <a:solidFill>
                    <a:srgbClr val="11111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起動時に取込</a:t>
              </a:r>
            </a:p>
          </p:txBody>
        </p:sp>
        <p:sp>
          <p:nvSpPr>
            <p:cNvPr id="20" name="edge_label_d61_03_CONFIG_DOMAIN_CONFIG_to_CONFIG_DOMAIN_DEFAULT" descr="フォールバック" title="フォールバック">
              <a:extLst>
                <a:ext uri="{FF2B5EF4-FFF2-40B4-BE49-F238E27FC236}">
                  <a16:creationId xmlns:a16="http://schemas.microsoft.com/office/drawing/2014/main" id="{8F52D634-5111-E625-C1C1-4DBA136554BB}"/>
                </a:ext>
              </a:extLst>
            </p:cNvPr>
            <p:cNvSpPr txBox="1"/>
            <p:nvPr/>
          </p:nvSpPr>
          <p:spPr>
            <a:xfrm>
              <a:off x="8058727" y="1743275"/>
              <a:ext cx="1100085" cy="167965"/>
            </a:xfrm>
            <a:prstGeom prst="rect">
              <a:avLst/>
            </a:prstGeom>
            <a:solidFill>
              <a:srgbClr val="FFFFFF"/>
            </a:solidFill>
            <a:ln w="12668">
              <a:solidFill>
                <a:srgbClr val="1F4E79"/>
              </a:solidFill>
            </a:ln>
          </p:spPr>
          <p:txBody>
            <a:bodyPr vert="horz" wrap="square" lIns="19001" tIns="6334" rIns="19001" bIns="633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en-US" altLang="ja-JP" sz="438" kern="0">
                  <a:solidFill>
                    <a:srgbClr val="111111"/>
                  </a:solidFill>
                  <a:latin typeface="Meiryo UI"/>
                  <a:ea typeface="Meiryo UI"/>
                </a:rPr>
                <a:t>JSON</a:t>
              </a:r>
              <a:r>
                <a:rPr kumimoji="0" lang="ja-JP" altLang="en-US" sz="438" kern="0">
                  <a:solidFill>
                    <a:srgbClr val="111111"/>
                  </a:solidFill>
                  <a:latin typeface="Meiryo UI"/>
                  <a:ea typeface="Meiryo UI"/>
                </a:rPr>
                <a:t>・</a:t>
              </a:r>
              <a:r>
                <a:rPr kumimoji="0" lang="en-US" altLang="ja-JP" sz="438" kern="0">
                  <a:solidFill>
                    <a:srgbClr val="111111"/>
                  </a:solidFill>
                  <a:latin typeface="Meiryo UI"/>
                  <a:ea typeface="Meiryo UI"/>
                </a:rPr>
                <a:t>DB</a:t>
              </a:r>
              <a:r>
                <a:rPr kumimoji="0" lang="ja-JP" altLang="en-US" sz="438" kern="0">
                  <a:solidFill>
                    <a:srgbClr val="111111"/>
                  </a:solidFill>
                  <a:latin typeface="Meiryo UI"/>
                  <a:ea typeface="Meiryo UI"/>
                </a:rPr>
                <a:t>未使用時</a:t>
              </a:r>
            </a:p>
          </p:txBody>
        </p:sp>
        <p:sp>
          <p:nvSpPr>
            <p:cNvPr id="21" name="edge_label_d61_04_CONFIG_DOMAIN_CONFIG_to_CONFIG_DOMAIN_MODEL" descr="デシリアライズ" title="デシリアライズ">
              <a:extLst>
                <a:ext uri="{FF2B5EF4-FFF2-40B4-BE49-F238E27FC236}">
                  <a16:creationId xmlns:a16="http://schemas.microsoft.com/office/drawing/2014/main" id="{EE38E5AE-8DD0-5485-4001-0F288CA1A4CB}"/>
                </a:ext>
              </a:extLst>
            </p:cNvPr>
            <p:cNvSpPr txBox="1"/>
            <p:nvPr/>
          </p:nvSpPr>
          <p:spPr>
            <a:xfrm>
              <a:off x="10208776" y="508802"/>
              <a:ext cx="933159" cy="167965"/>
            </a:xfrm>
            <a:prstGeom prst="rect">
              <a:avLst/>
            </a:prstGeom>
            <a:solidFill>
              <a:srgbClr val="FFFFFF"/>
            </a:solidFill>
            <a:ln w="12668">
              <a:solidFill>
                <a:srgbClr val="1F4E79"/>
              </a:solidFill>
            </a:ln>
          </p:spPr>
          <p:txBody>
            <a:bodyPr vert="horz" wrap="square" lIns="19001" tIns="6334" rIns="19001" bIns="633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38" kern="0">
                  <a:solidFill>
                    <a:srgbClr val="111111"/>
                  </a:solidFill>
                  <a:latin typeface="Meiryo UI"/>
                  <a:ea typeface="Meiryo UI"/>
                </a:rPr>
                <a:t>設定モデルを提供</a:t>
              </a:r>
            </a:p>
          </p:txBody>
        </p:sp>
        <p:sp>
          <p:nvSpPr>
            <p:cNvPr id="22" name="edge_label_d61_05_CONFIG_DOMAIN_MODEL_to_CONFIG_DOMAIN_ACTIVE" descr="保持" title="保持">
              <a:extLst>
                <a:ext uri="{FF2B5EF4-FFF2-40B4-BE49-F238E27FC236}">
                  <a16:creationId xmlns:a16="http://schemas.microsoft.com/office/drawing/2014/main" id="{46D4657A-866C-1EF4-D27F-CD9F62E7389B}"/>
                </a:ext>
              </a:extLst>
            </p:cNvPr>
            <p:cNvSpPr txBox="1"/>
            <p:nvPr/>
          </p:nvSpPr>
          <p:spPr>
            <a:xfrm>
              <a:off x="15450614" y="2274441"/>
              <a:ext cx="646583" cy="166682"/>
            </a:xfrm>
            <a:prstGeom prst="rect">
              <a:avLst/>
            </a:prstGeom>
            <a:solidFill>
              <a:srgbClr val="FFFFFF"/>
            </a:solidFill>
            <a:ln w="12668">
              <a:solidFill>
                <a:srgbClr val="1F4E79"/>
              </a:solidFill>
            </a:ln>
          </p:spPr>
          <p:txBody>
            <a:bodyPr vert="horz" wrap="square" lIns="19001" tIns="6334" rIns="19001" bIns="633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49" kern="0">
                  <a:solidFill>
                    <a:srgbClr val="111111"/>
                  </a:solidFill>
                  <a:latin typeface="Meiryo UI"/>
                  <a:ea typeface="Meiryo UI"/>
                </a:rPr>
                <a:t>保持</a:t>
              </a:r>
            </a:p>
          </p:txBody>
        </p:sp>
        <p:sp>
          <p:nvSpPr>
            <p:cNvPr id="23" name="edge_label_d61_06_CONFIG_DOMAIN_MODEL_to_CONFIG_DOMAIN_SPEC" descr="保持" title="保持">
              <a:extLst>
                <a:ext uri="{FF2B5EF4-FFF2-40B4-BE49-F238E27FC236}">
                  <a16:creationId xmlns:a16="http://schemas.microsoft.com/office/drawing/2014/main" id="{5D620827-8E10-0B3D-4B63-656F90DF4634}"/>
                </a:ext>
              </a:extLst>
            </p:cNvPr>
            <p:cNvSpPr txBox="1"/>
            <p:nvPr/>
          </p:nvSpPr>
          <p:spPr>
            <a:xfrm>
              <a:off x="13296917" y="3504818"/>
              <a:ext cx="638782" cy="166682"/>
            </a:xfrm>
            <a:prstGeom prst="rect">
              <a:avLst/>
            </a:prstGeom>
            <a:solidFill>
              <a:srgbClr val="FFFFFF"/>
            </a:solidFill>
            <a:ln w="12668">
              <a:solidFill>
                <a:srgbClr val="1F4E79"/>
              </a:solidFill>
            </a:ln>
          </p:spPr>
          <p:txBody>
            <a:bodyPr vert="horz" wrap="square" lIns="19001" tIns="6334" rIns="19001" bIns="633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49" kern="0">
                  <a:solidFill>
                    <a:srgbClr val="111111"/>
                  </a:solidFill>
                  <a:latin typeface="Meiryo UI"/>
                  <a:ea typeface="Meiryo UI"/>
                </a:rPr>
                <a:t>保持</a:t>
              </a:r>
            </a:p>
          </p:txBody>
        </p:sp>
        <p:cxnSp>
          <p:nvCxnSpPr>
            <p:cNvPr id="24" name="edge_d61_07_CONFIG_DOMAIN_CONFIG_to_CONFIG_DOMAIN_DB">
              <a:extLst>
                <a:ext uri="{FF2B5EF4-FFF2-40B4-BE49-F238E27FC236}">
                  <a16:creationId xmlns:a16="http://schemas.microsoft.com/office/drawing/2014/main" id="{079D849E-4B2A-83B4-4B15-03F1F0222764}"/>
                </a:ext>
              </a:extLst>
            </p:cNvPr>
            <p:cNvCxnSpPr>
              <a:cxnSpLocks/>
              <a:endCxn id="25" idx="0"/>
            </p:cNvCxnSpPr>
            <p:nvPr/>
          </p:nvCxnSpPr>
          <p:spPr>
            <a:xfrm rot="5400000">
              <a:off x="4380110" y="1923572"/>
              <a:ext cx="1865769" cy="1348286"/>
            </a:xfrm>
            <a:prstGeom prst="bentConnector3">
              <a:avLst>
                <a:gd name="adj1" fmla="val 50000"/>
              </a:avLst>
            </a:prstGeom>
            <a:ln w="12668">
              <a:solidFill>
                <a:srgbClr val="4472C4"/>
              </a:solidFill>
              <a:prstDash val="solid"/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shape_d61_CONFIG_DOMAIN_DB" title="③ 《設定資源》 ランタイム設定 device_controller_config.json">
              <a:extLst>
                <a:ext uri="{FF2B5EF4-FFF2-40B4-BE49-F238E27FC236}">
                  <a16:creationId xmlns:a16="http://schemas.microsoft.com/office/drawing/2014/main" id="{463E62AE-8FC9-5FE1-BDF5-1EE8D6F34E4E}"/>
                </a:ext>
              </a:extLst>
            </p:cNvPr>
            <p:cNvSpPr/>
            <p:nvPr/>
          </p:nvSpPr>
          <p:spPr>
            <a:xfrm>
              <a:off x="3084623" y="3530600"/>
              <a:ext cx="3108452" cy="1093089"/>
            </a:xfrm>
            <a:prstGeom prst="roundRect">
              <a:avLst/>
            </a:prstGeom>
            <a:solidFill>
              <a:srgbClr val="FFF2CC">
                <a:alpha val="100000"/>
              </a:srgbClr>
            </a:solidFill>
            <a:ln w="12668" cap="flat" cmpd="sng" algn="ctr">
              <a:solidFill>
                <a:srgbClr val="BF9000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8003" tIns="19001" rIns="38003" bIns="1900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98" b="1" kern="0">
                  <a:solidFill>
                    <a:srgbClr val="11111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(8) </a:t>
              </a:r>
              <a:r>
                <a:rPr kumimoji="0" lang="en-US" altLang="ja-JP" sz="498" b="1" kern="0">
                  <a:solidFill>
                    <a:srgbClr val="11111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《</a:t>
              </a:r>
              <a:r>
                <a:rPr kumimoji="0" lang="ja-JP" altLang="en-US" sz="498" b="1" kern="0">
                  <a:solidFill>
                    <a:srgbClr val="11111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設定資源</a:t>
              </a:r>
              <a:r>
                <a:rPr kumimoji="0" lang="en-US" altLang="ja-JP" sz="498" b="1" kern="0">
                  <a:solidFill>
                    <a:srgbClr val="11111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》</a:t>
              </a:r>
            </a:p>
            <a:p>
              <a:pPr algn="ctr"/>
              <a:r>
                <a:rPr kumimoji="0" lang="ja-JP" altLang="en-US" sz="498" b="1" kern="0">
                  <a:solidFill>
                    <a:srgbClr val="11111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デバイス制御設定</a:t>
              </a:r>
              <a:r>
                <a:rPr kumimoji="0" lang="en-US" altLang="ja-JP" sz="498" b="1" kern="0">
                  <a:solidFill>
                    <a:srgbClr val="11111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DB</a:t>
              </a:r>
            </a:p>
            <a:p>
              <a:pPr algn="ctr"/>
              <a:r>
                <a:rPr kumimoji="0" lang="en-US" altLang="ja-JP" sz="498" b="1" kern="0">
                  <a:solidFill>
                    <a:srgbClr val="11111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device_controller_config.db</a:t>
              </a:r>
              <a:endParaRPr kumimoji="0" lang="ja-JP" altLang="en-US" sz="317" kern="0">
                <a:solidFill>
                  <a:srgbClr val="11111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6" name="edge_label_d61_07_CONFIG_DOMAIN_CONFIG_to_CONFIG_DOMAIN_DB" descr="優先読込・保存" title="優先読込・保存">
              <a:extLst>
                <a:ext uri="{FF2B5EF4-FFF2-40B4-BE49-F238E27FC236}">
                  <a16:creationId xmlns:a16="http://schemas.microsoft.com/office/drawing/2014/main" id="{532A22F6-7FC9-5090-8DFB-009B57711908}"/>
                </a:ext>
              </a:extLst>
            </p:cNvPr>
            <p:cNvSpPr txBox="1"/>
            <p:nvPr/>
          </p:nvSpPr>
          <p:spPr>
            <a:xfrm>
              <a:off x="4878800" y="2218313"/>
              <a:ext cx="1651000" cy="167965"/>
            </a:xfrm>
            <a:prstGeom prst="rect">
              <a:avLst/>
            </a:prstGeom>
            <a:solidFill>
              <a:srgbClr val="FFFFFF"/>
            </a:solidFill>
            <a:ln w="12668">
              <a:solidFill>
                <a:srgbClr val="1F4E79"/>
              </a:solidFill>
            </a:ln>
          </p:spPr>
          <p:txBody>
            <a:bodyPr vert="horz" wrap="square" lIns="19001" tIns="6334" rIns="19001" bIns="633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38" kern="0">
                  <a:solidFill>
                    <a:srgbClr val="11111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実行時に読込・保存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7151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1EADE4F4-2025-C757-DBA6-AF2469FCE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254000"/>
            <a:ext cx="12192000" cy="660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344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</Words>
  <Application>Microsoft Office PowerPoint</Application>
  <PresentationFormat>ユーザー設定</PresentationFormat>
  <Paragraphs>43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Meiryo UI</vt:lpstr>
      <vt:lpstr>Yu Gothic</vt:lpstr>
      <vt:lpstr>Yu Gothic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グエンホンソン</dc:creator>
  <cp:lastModifiedBy>グエンホンソン</cp:lastModifiedBy>
  <cp:revision>1</cp:revision>
  <dcterms:created xsi:type="dcterms:W3CDTF">2026-09-11T04:37:14Z</dcterms:created>
  <dcterms:modified xsi:type="dcterms:W3CDTF">2026-09-11T04:37:14Z</dcterms:modified>
</cp:coreProperties>
</file>