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hF4eAssMmwytvdpB5Obxvvwel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セクション見出し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つのコンテンツ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のみ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コンテンツ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付きの図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縦書きテキスト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縦書きタイトルと&#10;縦書きテキスト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850" y="347232"/>
            <a:ext cx="5182323" cy="6163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647" y="0"/>
            <a:ext cx="458331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219" y="266031"/>
            <a:ext cx="4747567" cy="529936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"/>
          <p:cNvSpPr txBox="1"/>
          <p:nvPr/>
        </p:nvSpPr>
        <p:spPr>
          <a:xfrm>
            <a:off x="8775643" y="887506"/>
            <a:ext cx="3201300" cy="3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POSで使用しているメソッド、プロパティ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【個別】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ClearDescriptors()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ClearText()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DisplayText()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DisplayTextAt()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ScrollText()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DirectIO()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ResultCodeExtended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【共通】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ClaimDevice()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Claim()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ReleaseDevice()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Release()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Close()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ResultCode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AutoDisable=true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801" y="60800"/>
            <a:ext cx="461185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4656" y="0"/>
            <a:ext cx="498933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768" y="0"/>
            <a:ext cx="489185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3706" y="0"/>
            <a:ext cx="4985057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5351" y="232916"/>
            <a:ext cx="5010849" cy="6392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0313" y="232916"/>
            <a:ext cx="4991797" cy="2791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32283" y="3428999"/>
            <a:ext cx="5153744" cy="2391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2025-08-05T07:07:14Z</dcterms:created>
  <dc:creator>田邊隆一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0x0101001F64E37CFC05FA48BFB4FADACB5105E9</vt:lpwstr>
  </property>
  <property fmtid="{D5CDD505-2E9C-101B-9397-08002B2CF9AE}" pid="3" name="MediaServiceImageTags">
    <vt:lpwstr/>
  </property>
</Properties>
</file>