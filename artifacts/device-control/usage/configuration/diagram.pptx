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0058400" cy="978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245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Elbow_1_39_41"/>
          <p:cNvCxnSpPr>
            <a:cxnSpLocks/>
            <a:stCxn id="6" idx="3"/>
            <a:endCxn id="11" idx="1"/>
          </p:cNvCxnSpPr>
          <p:nvPr/>
        </p:nvCxnSpPr>
        <p:spPr>
          <a:xfrm>
            <a:off x="4572000" y="5843016"/>
            <a:ext cx="1005840" cy="2752344"/>
          </a:xfrm>
          <a:prstGeom prst="bentConnector3">
            <a:avLst>
              <a:gd name="adj1" fmla="val 37196"/>
            </a:avLst>
          </a:prstGeom>
          <a:ln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_1_34_36"/>
          <p:cNvCxnSpPr>
            <a:cxnSpLocks/>
            <a:stCxn id="10" idx="2"/>
          </p:cNvCxnSpPr>
          <p:nvPr/>
        </p:nvCxnSpPr>
        <p:spPr>
          <a:xfrm rot="5400000" flipH="1">
            <a:off x="6131053" y="4165094"/>
            <a:ext cx="36575" cy="3154678"/>
          </a:xfrm>
          <a:prstGeom prst="bentConnector4">
            <a:avLst>
              <a:gd name="adj1" fmla="val -1610961"/>
              <a:gd name="adj2" fmla="val 84058"/>
            </a:avLst>
          </a:prstGeom>
          <a:ln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_1_30_32"/>
          <p:cNvCxnSpPr>
            <a:stCxn id="9" idx="1"/>
            <a:endCxn id="6" idx="3"/>
          </p:cNvCxnSpPr>
          <p:nvPr/>
        </p:nvCxnSpPr>
        <p:spPr>
          <a:xfrm flipH="1">
            <a:off x="4572000" y="3337560"/>
            <a:ext cx="1005840" cy="2240280"/>
          </a:xfrm>
          <a:prstGeom prst="bentConnector3">
            <a:avLst>
              <a:gd name="adj1" fmla="val 61972"/>
            </a:avLst>
          </a:prstGeom>
          <a:ln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_1_24_26"/>
          <p:cNvCxnSpPr>
            <a:cxnSpLocks/>
            <a:stCxn id="4" idx="3"/>
            <a:endCxn id="9" idx="0"/>
          </p:cNvCxnSpPr>
          <p:nvPr/>
        </p:nvCxnSpPr>
        <p:spPr>
          <a:xfrm flipV="1">
            <a:off x="4572000" y="2834640"/>
            <a:ext cx="3154680" cy="356616"/>
          </a:xfrm>
          <a:prstGeom prst="bentConnector4">
            <a:avLst>
              <a:gd name="adj1" fmla="val 15942"/>
              <a:gd name="adj2" fmla="val 164103"/>
            </a:avLst>
          </a:prstGeom>
          <a:ln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_1_20_22"/>
          <p:cNvCxnSpPr>
            <a:cxnSpLocks/>
            <a:stCxn id="3" idx="3"/>
          </p:cNvCxnSpPr>
          <p:nvPr/>
        </p:nvCxnSpPr>
        <p:spPr>
          <a:xfrm>
            <a:off x="4572000" y="1865376"/>
            <a:ext cx="3710634" cy="969263"/>
          </a:xfrm>
          <a:prstGeom prst="bentConnector2">
            <a:avLst/>
          </a:prstGeom>
          <a:ln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>
            <a:off x="8178085" y="5760721"/>
            <a:ext cx="0" cy="2377439"/>
          </a:xfrm>
          <a:prstGeom prst="line">
            <a:avLst/>
          </a:prstGeom>
          <a:ln w="25400">
            <a:solidFill>
              <a:srgbClr val="54823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26679" y="3749039"/>
            <a:ext cx="0" cy="1097281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77440" y="7525512"/>
            <a:ext cx="0" cy="612647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77440" y="6199632"/>
            <a:ext cx="0" cy="612648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77440" y="4873752"/>
            <a:ext cx="0" cy="612648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77440" y="3547872"/>
            <a:ext cx="0" cy="612648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77440" y="2221991"/>
            <a:ext cx="0" cy="612649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896112"/>
            <a:ext cx="0" cy="612648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182880" y="182880"/>
            <a:ext cx="4389120" cy="713232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① POSアプリを起動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508760"/>
            <a:ext cx="4389120" cy="713232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② AppData配下の</a:t>
            </a:r>
          </a:p>
          <a:p>
            <a:pPr algn="ctr"/>
            <a:r>
              <a:rPr sz="14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device_controller_config.jsonを確認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2834640"/>
            <a:ext cx="4389120" cy="713232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③ JSONをDeviceConfigへ変換して検証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4160520"/>
            <a:ext cx="4389120" cy="713232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④ device_controller_config.dbへ</a:t>
            </a:r>
          </a:p>
          <a:p>
            <a:pPr algn="ctr"/>
            <a:r>
              <a:rPr sz="14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同一トランザクションで再登録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5486400"/>
            <a:ext cx="4389120" cy="713232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⑦ SQLiteからDeviceConfigを復元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6812280"/>
            <a:ext cx="4389120" cy="713232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⑧ OS別の有効デバイスと共通設定を適用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8138159"/>
            <a:ext cx="4389120" cy="713232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⑨ DeviceCtrlの利用準備完了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834640"/>
            <a:ext cx="4297680" cy="9144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⑤ 既存SQLiteへフォールバック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4846320"/>
            <a:ext cx="4297680" cy="9144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⑥ 組込みデフォルトJSONをSQLiteへ登録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8138160"/>
            <a:ext cx="4297680" cy="914400"/>
          </a:xfrm>
          <a:prstGeom prst="roundRect">
            <a:avLst>
              <a:gd name="adj" fmla="val 10000"/>
            </a:avLst>
          </a:prstGeom>
          <a:solidFill>
            <a:srgbClr val="F4CCC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設定準備失敗</a:t>
            </a:r>
          </a:p>
          <a:p>
            <a:pPr algn="ctr"/>
            <a:r>
              <a:rPr sz="13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SQLite読書込不可／組込デフォルト読込不可／記載不正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36192" y="2356964"/>
            <a:ext cx="1682496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JSON取得可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1485" y="3695463"/>
            <a:ext cx="1111910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検証成功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2" y="1682496"/>
            <a:ext cx="1872691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JSON取得不可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13247" y="2432304"/>
            <a:ext cx="1743762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読込・解析・検証失敗</a:t>
            </a:r>
            <a:endParaRPr sz="1100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170724" y="4270248"/>
            <a:ext cx="1111910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未初期化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7521" y="3813048"/>
            <a:ext cx="1111910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登録済み</a:t>
            </a:r>
            <a:endParaRPr sz="1100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622130" y="6693150"/>
            <a:ext cx="1111910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登録失敗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4685" y="7699248"/>
            <a:ext cx="1111910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読込失敗</a:t>
            </a:r>
          </a:p>
        </p:txBody>
      </p:sp>
      <p:sp>
        <p:nvSpPr>
          <p:cNvPr id="48" name="RegistrationSuccessLabel"/>
          <p:cNvSpPr/>
          <p:nvPr/>
        </p:nvSpPr>
        <p:spPr>
          <a:xfrm>
            <a:off x="5783579" y="6199632"/>
            <a:ext cx="868680" cy="256032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000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登録成功</a:t>
            </a:r>
            <a:endParaRPr sz="1000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Elbow_2_20_21"/>
          <p:cNvCxnSpPr>
            <a:stCxn id="4" idx="3"/>
            <a:endCxn id="11" idx="0"/>
          </p:cNvCxnSpPr>
          <p:nvPr/>
        </p:nvCxnSpPr>
        <p:spPr>
          <a:xfrm>
            <a:off x="5669280" y="2628900"/>
            <a:ext cx="2468880" cy="1668780"/>
          </a:xfrm>
          <a:prstGeom prst="bentConnector2">
            <a:avLst/>
          </a:prstGeom>
          <a:ln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endCxn id="11" idx="2"/>
          </p:cNvCxnSpPr>
          <p:nvPr/>
        </p:nvCxnSpPr>
        <p:spPr>
          <a:xfrm>
            <a:off x="5669280" y="4732020"/>
            <a:ext cx="2468880" cy="1074420"/>
          </a:xfrm>
          <a:prstGeom prst="bentConnector4">
            <a:avLst>
              <a:gd name="adj1" fmla="val 14815"/>
              <a:gd name="adj2" fmla="val 188403"/>
            </a:avLst>
          </a:prstGeom>
          <a:ln w="25400">
            <a:solidFill>
              <a:srgbClr val="54823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8229599"/>
            <a:ext cx="0" cy="365760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26080" y="7178040"/>
            <a:ext cx="0" cy="365759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6126480"/>
            <a:ext cx="0" cy="365760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26080" y="5074920"/>
            <a:ext cx="0" cy="365760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26080" y="4023360"/>
            <a:ext cx="0" cy="365760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26080" y="2971800"/>
            <a:ext cx="0" cy="365760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1920239"/>
            <a:ext cx="0" cy="365761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26080" y="868680"/>
            <a:ext cx="0" cy="365759"/>
          </a:xfrm>
          <a:prstGeom prst="line">
            <a:avLst/>
          </a:prstGeom>
          <a:ln w="25400">
            <a:solidFill>
              <a:srgbClr val="5482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182880" y="18288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① デバイスコネクタ起動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234439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dirty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② </a:t>
            </a:r>
            <a:r>
              <a:rPr sz="1500" b="1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host_device_config.jsonを確認</a:t>
            </a:r>
            <a:endParaRPr sz="1500" b="1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2880" y="228600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③ host_device_config.jsonを読み込む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333756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④ devices配列を確認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438912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⑤ id／name／classIdを検証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544068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⑥ 有効な定義を起動対象にする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649224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⑦ classIdをもとに対象デバイス実装を生成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7543799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⑧ OPOS／OCX／ActiveX／Vendor DLLの制御を開始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8595359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B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⑨ デバイスコネクタの利用準備完了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97680"/>
            <a:ext cx="3474720" cy="1508760"/>
          </a:xfrm>
          <a:prstGeom prst="roundRect">
            <a:avLst>
              <a:gd name="adj" fmla="val 10000"/>
            </a:avLst>
          </a:prstGeom>
          <a:solidFill>
            <a:srgbClr val="F4CCC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設定不備</a:t>
            </a:r>
          </a:p>
          <a:p>
            <a:pPr algn="ctr"/>
            <a:r>
              <a:rPr sz="13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JSON読込不可／id未設定／name空／classId不正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1814" y="3310128"/>
            <a:ext cx="1872691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 b="0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JSON読込不可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19" y="6555411"/>
            <a:ext cx="731520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000" b="0" dirty="0" err="1">
                <a:solidFill>
                  <a:srgbClr val="111111"/>
                </a:solidFill>
                <a:latin typeface="Meiryo UI"/>
                <a:ea typeface="Meiryo UI"/>
                <a:cs typeface="Meiryo UI"/>
              </a:rPr>
              <a:t>定義不正</a:t>
            </a:r>
            <a:endParaRPr sz="1000" b="0" dirty="0">
              <a:solidFill>
                <a:srgbClr val="111111"/>
              </a:solidFill>
              <a:latin typeface="Meiryo UI"/>
              <a:ea typeface="Meiryo UI"/>
              <a:cs typeface="Meiryo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134</Words>
  <Application>Microsoft Office PowerPoint</Application>
  <PresentationFormat>ユーザー設定</PresentationFormat>
  <Paragraphs>35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グエンホンソン</cp:lastModifiedBy>
  <cp:revision>6</cp:revision>
  <dcterms:created xsi:type="dcterms:W3CDTF">2013-01-27T09:14:16Z</dcterms:created>
  <dcterms:modified xsi:type="dcterms:W3CDTF">2026-09-11T07:36:23Z</dcterms:modified>
  <cp:category/>
</cp:coreProperties>
</file>