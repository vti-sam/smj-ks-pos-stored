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033000" cy="561975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操作の要求と結果／通知は通信の方向を示します。直接接続の機器も同じ二つの経路で送受信します。交差箇所の破線の切れ目は、線同士が接続していないことを示します。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43F806-2483-7BEB-3B2F-9CFA6C2D4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125" y="1824879"/>
            <a:ext cx="7524750" cy="3882061"/>
          </a:xfrm>
        </p:spPr>
        <p:txBody>
          <a:bodyPr anchor="b"/>
          <a:lstStyle>
            <a:lvl1pPr algn="ctr">
              <a:buNone/>
              <a:defRPr sz="4937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D51F2AB-D048-2C56-929E-9C72EAD5D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4125" y="5856647"/>
            <a:ext cx="7524750" cy="2692146"/>
          </a:xfrm>
        </p:spPr>
        <p:txBody>
          <a:bodyPr/>
          <a:lstStyle>
            <a:lvl1pPr marL="0" indent="0" algn="ctr">
              <a:buNone/>
              <a:defRPr sz="1975"/>
            </a:lvl1pPr>
            <a:lvl2pPr marL="376230" indent="0" algn="ctr">
              <a:buNone/>
              <a:defRPr sz="1646"/>
            </a:lvl2pPr>
            <a:lvl3pPr marL="752460" indent="0" algn="ctr">
              <a:buNone/>
              <a:defRPr sz="1481"/>
            </a:lvl3pPr>
            <a:lvl4pPr marL="1128690" indent="0" algn="ctr">
              <a:buNone/>
              <a:defRPr sz="1317"/>
            </a:lvl4pPr>
            <a:lvl5pPr marL="1504920" indent="0" algn="ctr">
              <a:buNone/>
              <a:defRPr sz="1317"/>
            </a:lvl5pPr>
            <a:lvl6pPr marL="1881149" indent="0" algn="ctr">
              <a:buNone/>
              <a:defRPr sz="1317"/>
            </a:lvl6pPr>
            <a:lvl7pPr marL="2257379" indent="0" algn="ctr">
              <a:buNone/>
              <a:defRPr sz="1317"/>
            </a:lvl7pPr>
            <a:lvl8pPr marL="2633609" indent="0" algn="ctr">
              <a:buNone/>
              <a:defRPr sz="1317"/>
            </a:lvl8pPr>
            <a:lvl9pPr marL="3009839" indent="0" algn="ctr">
              <a:buNone/>
              <a:defRPr sz="1317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F8E68F-29C9-A428-D98D-4A50D90081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659DBD-0DE1-4A16-8F92-590F074DBD49}" type="datetimeFigureOut">
              <a:t>2026/10/1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541501-2413-4ADA-B7E9-6A7CD08A81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51E62B-DA0D-F166-3414-40163E2D4C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0A4437-73D0-4334-B1E8-7E827BED0A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A707C5-20C2-C0AF-FE23-532F676E7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07662F-4B00-3F6A-EECC-B99D7AC6A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ADC001-2A8D-9ACB-4580-3A67F132FA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659DBD-0DE1-4A16-8F92-590F074DBD49}" type="datetimeFigureOut">
              <a:t>2026/10/1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1037DF-F894-F1D2-AA53-2CB4FCFE46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F839E0-C902-A62F-B95D-DFB2ED0818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0A4437-73D0-4334-B1E8-7E827BED0A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6726AF-6FB5-028A-8BDA-9066E9CD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544" y="2779910"/>
            <a:ext cx="8653463" cy="4638339"/>
          </a:xfrm>
        </p:spPr>
        <p:txBody>
          <a:bodyPr anchor="b"/>
          <a:lstStyle>
            <a:lvl1pPr>
              <a:buNone/>
              <a:defRPr sz="4937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B56D51-1E93-79C8-EC89-80CE4B359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544" y="7462129"/>
            <a:ext cx="8653463" cy="2439193"/>
          </a:xfrm>
        </p:spPr>
        <p:txBody>
          <a:bodyPr/>
          <a:lstStyle>
            <a:lvl1pPr marL="0" indent="0">
              <a:buNone/>
              <a:defRPr sz="1975">
                <a:solidFill>
                  <a:schemeClr val="tx1">
                    <a:tint val="82000"/>
                  </a:schemeClr>
                </a:solidFill>
              </a:defRPr>
            </a:lvl1pPr>
            <a:lvl2pPr marL="376230" indent="0">
              <a:buNone/>
              <a:defRPr sz="1646">
                <a:solidFill>
                  <a:schemeClr val="tx1">
                    <a:tint val="82000"/>
                  </a:schemeClr>
                </a:solidFill>
              </a:defRPr>
            </a:lvl2pPr>
            <a:lvl3pPr marL="752460" indent="0">
              <a:buNone/>
              <a:defRPr sz="1481">
                <a:solidFill>
                  <a:schemeClr val="tx1">
                    <a:tint val="82000"/>
                  </a:schemeClr>
                </a:solidFill>
              </a:defRPr>
            </a:lvl3pPr>
            <a:lvl4pPr marL="1128690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4pPr>
            <a:lvl5pPr marL="1504920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5pPr>
            <a:lvl6pPr marL="1881149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6pPr>
            <a:lvl7pPr marL="2257379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7pPr>
            <a:lvl8pPr marL="2633609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8pPr>
            <a:lvl9pPr marL="3009839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20D4DB-810A-1B16-86B3-012CB26596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659DBD-0DE1-4A16-8F92-590F074DBD49}" type="datetimeFigureOut">
              <a:t>2026/10/1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0A2427-9DC0-E15F-73BE-6C8A469ABF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B34B12-1BEA-2C5C-159C-80288949EA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0A4437-73D0-4334-B1E8-7E827BED0A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16E963-38CF-2E3C-0B87-281A824B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460C59-F0AE-1BDA-54F0-3AEAF7BB1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769" y="2968331"/>
            <a:ext cx="4264025" cy="7074953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C7EB7D-AADE-0A8E-2438-D37E1FC9738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79207" y="2968331"/>
            <a:ext cx="4264025" cy="7074953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BAE6A8-FFDE-2B69-F265-78EE551271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659DBD-0DE1-4A16-8F92-590F074DBD49}" type="datetimeFigureOut">
              <a:t>2026/10/1</a:t>
            </a:fld>
            <a:endParaRPr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66A372-A59D-CBD9-5CE9-6701E8D92A4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26E7F8-25B2-10EC-6D38-43519A4249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0A4437-73D0-4334-B1E8-7E827BED0A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569607-A1E0-1985-3F99-2858D161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6" y="593669"/>
            <a:ext cx="8653463" cy="2155267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5BCEE3-CB34-9F4B-0372-2EC5AE644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7" y="2733446"/>
            <a:ext cx="4244429" cy="1339620"/>
          </a:xfrm>
        </p:spPr>
        <p:txBody>
          <a:bodyPr anchor="b"/>
          <a:lstStyle>
            <a:lvl1pPr marL="0" indent="0">
              <a:buNone/>
              <a:defRPr sz="1975" b="1"/>
            </a:lvl1pPr>
            <a:lvl2pPr marL="376230" indent="0">
              <a:buNone/>
              <a:defRPr sz="1646" b="1"/>
            </a:lvl2pPr>
            <a:lvl3pPr marL="752460" indent="0">
              <a:buNone/>
              <a:defRPr sz="1481" b="1"/>
            </a:lvl3pPr>
            <a:lvl4pPr marL="1128690" indent="0">
              <a:buNone/>
              <a:defRPr sz="1317" b="1"/>
            </a:lvl4pPr>
            <a:lvl5pPr marL="1504920" indent="0">
              <a:buNone/>
              <a:defRPr sz="1317" b="1"/>
            </a:lvl5pPr>
            <a:lvl6pPr marL="1881149" indent="0">
              <a:buNone/>
              <a:defRPr sz="1317" b="1"/>
            </a:lvl6pPr>
            <a:lvl7pPr marL="2257379" indent="0">
              <a:buNone/>
              <a:defRPr sz="1317" b="1"/>
            </a:lvl7pPr>
            <a:lvl8pPr marL="2633609" indent="0">
              <a:buNone/>
              <a:defRPr sz="1317" b="1"/>
            </a:lvl8pPr>
            <a:lvl9pPr marL="3009839" indent="0">
              <a:buNone/>
              <a:defRPr sz="1317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289B5EE-E8F9-23FB-0633-CE962A500F7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91077" y="4073066"/>
            <a:ext cx="4244429" cy="5990867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6B27078-94FA-30F2-E105-4FE2390BF18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79206" y="2733446"/>
            <a:ext cx="4265332" cy="1339620"/>
          </a:xfrm>
        </p:spPr>
        <p:txBody>
          <a:bodyPr anchor="b"/>
          <a:lstStyle>
            <a:lvl1pPr marL="0" indent="0">
              <a:buNone/>
              <a:defRPr sz="1975" b="1"/>
            </a:lvl1pPr>
            <a:lvl2pPr marL="376230" indent="0">
              <a:buNone/>
              <a:defRPr sz="1646" b="1"/>
            </a:lvl2pPr>
            <a:lvl3pPr marL="752460" indent="0">
              <a:buNone/>
              <a:defRPr sz="1481" b="1"/>
            </a:lvl3pPr>
            <a:lvl4pPr marL="1128690" indent="0">
              <a:buNone/>
              <a:defRPr sz="1317" b="1"/>
            </a:lvl4pPr>
            <a:lvl5pPr marL="1504920" indent="0">
              <a:buNone/>
              <a:defRPr sz="1317" b="1"/>
            </a:lvl5pPr>
            <a:lvl6pPr marL="1881149" indent="0">
              <a:buNone/>
              <a:defRPr sz="1317" b="1"/>
            </a:lvl6pPr>
            <a:lvl7pPr marL="2257379" indent="0">
              <a:buNone/>
              <a:defRPr sz="1317" b="1"/>
            </a:lvl7pPr>
            <a:lvl8pPr marL="2633609" indent="0">
              <a:buNone/>
              <a:defRPr sz="1317" b="1"/>
            </a:lvl8pPr>
            <a:lvl9pPr marL="3009839" indent="0">
              <a:buNone/>
              <a:defRPr sz="1317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9BC7BB6-C7B5-F7B3-A028-D8B59671305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79206" y="4073066"/>
            <a:ext cx="4265332" cy="5990867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12DA730-BA7C-9929-D830-67287BCC36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659DBD-0DE1-4A16-8F92-590F074DBD49}" type="datetimeFigureOut">
              <a:t>2026/10/1</a:t>
            </a:fld>
            <a:endParaRPr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F1CF471-BE4A-CF0D-3411-A91E43B361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F9B34F4-8D67-5A75-D550-97C594DD05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0A4437-73D0-4334-B1E8-7E827BED0A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5E3AB0-7020-77CA-26B4-A0B5FAD2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825EE19-4974-2EF7-B6A6-DF28770255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659DBD-0DE1-4A16-8F92-590F074DBD49}" type="datetimeFigureOut">
              <a:t>2026/10/1</a:t>
            </a:fld>
            <a:endParaRPr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AFD4ED3-C314-8890-F475-323FCD95A4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7DAF077-D77B-5FFC-3A1E-41C6A1237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0A4437-73D0-4334-B1E8-7E827BED0A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45FBB12-BFFD-6819-8016-78229AC81DF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659DBD-0DE1-4A16-8F92-590F074DBD49}" type="datetimeFigureOut">
              <a:t>2026/10/1</a:t>
            </a:fld>
            <a:endParaRPr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D07E307-B8C0-406D-F289-DAE70B936B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EA48AC-69E3-891B-8F82-C82C5FBF2C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0A4437-73D0-4334-B1E8-7E827BED0A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DF3FA5-BE31-E7DB-35F7-B5C804C5D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7" y="743373"/>
            <a:ext cx="3235903" cy="2601807"/>
          </a:xfrm>
        </p:spPr>
        <p:txBody>
          <a:bodyPr anchor="b"/>
          <a:lstStyle>
            <a:lvl1pPr>
              <a:buNone/>
              <a:defRPr sz="2633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3C32A0-8486-28AA-38BB-502E8D37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5332" y="1605482"/>
            <a:ext cx="5079206" cy="7924153"/>
          </a:xfrm>
        </p:spPr>
        <p:txBody>
          <a:bodyPr/>
          <a:lstStyle>
            <a:lvl1pPr>
              <a:buNone/>
              <a:defRPr sz="2633"/>
            </a:lvl1pPr>
            <a:lvl2pPr>
              <a:buNone/>
              <a:defRPr sz="2304"/>
            </a:lvl2pPr>
            <a:lvl3pPr>
              <a:buNone/>
              <a:defRPr sz="1975"/>
            </a:lvl3pPr>
            <a:lvl4pPr>
              <a:buNone/>
              <a:defRPr sz="1646"/>
            </a:lvl4pPr>
            <a:lvl5pPr>
              <a:buNone/>
              <a:defRPr sz="1646"/>
            </a:lvl5pPr>
            <a:lvl6pPr>
              <a:buNone/>
              <a:defRPr sz="1646"/>
            </a:lvl6pPr>
            <a:lvl7pPr>
              <a:buNone/>
              <a:defRPr sz="1646"/>
            </a:lvl7pPr>
            <a:lvl8pPr>
              <a:buNone/>
              <a:defRPr sz="1646"/>
            </a:lvl8pPr>
            <a:lvl9pPr>
              <a:buNone/>
              <a:defRPr sz="1646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104986-769C-9D35-B72B-EC0AA0D8BE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91077" y="3345180"/>
            <a:ext cx="3235903" cy="6197360"/>
          </a:xfrm>
        </p:spPr>
        <p:txBody>
          <a:bodyPr/>
          <a:lstStyle>
            <a:lvl1pPr marL="0" indent="0">
              <a:buNone/>
              <a:defRPr sz="1317"/>
            </a:lvl1pPr>
            <a:lvl2pPr marL="376230" indent="0">
              <a:buNone/>
              <a:defRPr sz="1152"/>
            </a:lvl2pPr>
            <a:lvl3pPr marL="752460" indent="0">
              <a:buNone/>
              <a:defRPr sz="987"/>
            </a:lvl3pPr>
            <a:lvl4pPr marL="1128690" indent="0">
              <a:buNone/>
              <a:defRPr sz="823"/>
            </a:lvl4pPr>
            <a:lvl5pPr marL="1504920" indent="0">
              <a:buNone/>
              <a:defRPr sz="823"/>
            </a:lvl5pPr>
            <a:lvl6pPr marL="1881149" indent="0">
              <a:buNone/>
              <a:defRPr sz="823"/>
            </a:lvl6pPr>
            <a:lvl7pPr marL="2257379" indent="0">
              <a:buNone/>
              <a:defRPr sz="823"/>
            </a:lvl7pPr>
            <a:lvl8pPr marL="2633609" indent="0">
              <a:buNone/>
              <a:defRPr sz="823"/>
            </a:lvl8pPr>
            <a:lvl9pPr marL="3009839" indent="0">
              <a:buNone/>
              <a:defRPr sz="823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D59966-AD68-B003-BD02-4F73FF98B8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659DBD-0DE1-4A16-8F92-590F074DBD49}" type="datetimeFigureOut">
              <a:t>2026/10/1</a:t>
            </a:fld>
            <a:endParaRPr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58A6F2-C716-2CD1-98D9-A84A0578F4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FACB57-E5E2-8ED4-1C26-C656BD8769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0A4437-73D0-4334-B1E8-7E827BED0A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397A6-C7E3-55E3-F560-25666843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7" y="743373"/>
            <a:ext cx="3235903" cy="2601807"/>
          </a:xfrm>
        </p:spPr>
        <p:txBody>
          <a:bodyPr anchor="b"/>
          <a:lstStyle>
            <a:lvl1pPr>
              <a:buNone/>
              <a:defRPr sz="2633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C3B998-3321-4E28-5D82-AC83125A4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65332" y="1605482"/>
            <a:ext cx="5079206" cy="7924153"/>
          </a:xfrm>
        </p:spPr>
        <p:txBody>
          <a:bodyPr/>
          <a:lstStyle>
            <a:lvl1pPr marL="0" indent="0">
              <a:buNone/>
              <a:defRPr sz="2633"/>
            </a:lvl1pPr>
            <a:lvl2pPr marL="376230" indent="0">
              <a:buNone/>
              <a:defRPr sz="2304"/>
            </a:lvl2pPr>
            <a:lvl3pPr marL="752460" indent="0">
              <a:buNone/>
              <a:defRPr sz="1975"/>
            </a:lvl3pPr>
            <a:lvl4pPr marL="1128690" indent="0">
              <a:buNone/>
              <a:defRPr sz="1646"/>
            </a:lvl4pPr>
            <a:lvl5pPr marL="1504920" indent="0">
              <a:buNone/>
              <a:defRPr sz="1646"/>
            </a:lvl5pPr>
            <a:lvl6pPr marL="1881149" indent="0">
              <a:buNone/>
              <a:defRPr sz="1646"/>
            </a:lvl6pPr>
            <a:lvl7pPr marL="2257379" indent="0">
              <a:buNone/>
              <a:defRPr sz="1646"/>
            </a:lvl7pPr>
            <a:lvl8pPr marL="2633609" indent="0">
              <a:buNone/>
              <a:defRPr sz="1646"/>
            </a:lvl8pPr>
            <a:lvl9pPr marL="3009839" indent="0">
              <a:buNone/>
              <a:defRPr sz="1646"/>
            </a:lvl9pPr>
          </a:lstStyle>
          <a:p>
            <a:endParaRPr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DC1A1A-C407-97BF-664B-F95F21F375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91077" y="3345180"/>
            <a:ext cx="3235903" cy="6197360"/>
          </a:xfrm>
        </p:spPr>
        <p:txBody>
          <a:bodyPr/>
          <a:lstStyle>
            <a:lvl1pPr marL="0" indent="0">
              <a:buNone/>
              <a:defRPr sz="1317"/>
            </a:lvl1pPr>
            <a:lvl2pPr marL="376230" indent="0">
              <a:buNone/>
              <a:defRPr sz="1152"/>
            </a:lvl2pPr>
            <a:lvl3pPr marL="752460" indent="0">
              <a:buNone/>
              <a:defRPr sz="987"/>
            </a:lvl3pPr>
            <a:lvl4pPr marL="1128690" indent="0">
              <a:buNone/>
              <a:defRPr sz="823"/>
            </a:lvl4pPr>
            <a:lvl5pPr marL="1504920" indent="0">
              <a:buNone/>
              <a:defRPr sz="823"/>
            </a:lvl5pPr>
            <a:lvl6pPr marL="1881149" indent="0">
              <a:buNone/>
              <a:defRPr sz="823"/>
            </a:lvl6pPr>
            <a:lvl7pPr marL="2257379" indent="0">
              <a:buNone/>
              <a:defRPr sz="823"/>
            </a:lvl7pPr>
            <a:lvl8pPr marL="2633609" indent="0">
              <a:buNone/>
              <a:defRPr sz="823"/>
            </a:lvl8pPr>
            <a:lvl9pPr marL="3009839" indent="0">
              <a:buNone/>
              <a:defRPr sz="823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25AD05-202A-8271-D4A0-4E012F8C6C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659DBD-0DE1-4A16-8F92-590F074DBD49}" type="datetimeFigureOut">
              <a:t>2026/10/1</a:t>
            </a:fld>
            <a:endParaRPr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58F892-F87F-DC3D-969F-C8059EA7D8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3A1CC9-94EE-A3EF-9FC8-2CC3761E48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0A4437-73D0-4334-B1E8-7E827BED0A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C7A23-1B0E-2830-0769-D4C2E1BF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9A6786-F69B-E2FD-19BE-DB1AC7989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1ECDA8-6C8A-68F2-4503-0466A81B6A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659DBD-0DE1-4A16-8F92-590F074DBD49}" type="datetimeFigureOut">
              <a:t>2026/10/1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707AF1-A8EE-C0EE-8BCD-F3F4B89D4C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8615AB-7F88-51B0-8DA1-94A914EDC7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0A4437-73D0-4334-B1E8-7E827BED0A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92EC66-9D0F-687B-BA90-39332B575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9865" y="593666"/>
            <a:ext cx="2163366" cy="944961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A58FBC-DC71-982F-0D33-4F5760F7A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769" y="593666"/>
            <a:ext cx="6364684" cy="944961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906AB1-DF6B-78D1-5A6F-0AABA61BCE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659DBD-0DE1-4A16-8F92-590F074DBD49}" type="datetimeFigureOut">
              <a:t>2026/10/1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FB57A5-E33B-0F2A-59B7-9CA4A5EB29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CD73DA-B4BB-E1A6-353B-13B68C2590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0A4437-73D0-4334-B1E8-7E827BED0A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48379D7-2D80-5CA6-BD91-2AFC13B5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770" y="593669"/>
            <a:ext cx="8653463" cy="215526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BB5402-29F9-EFD9-1724-E23EEECD3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770" y="2968331"/>
            <a:ext cx="8653463" cy="707495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AC7704-6616-D0BE-EB2E-04C7640E0FB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89770" y="10334957"/>
            <a:ext cx="2257425" cy="59366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59DBD-0DE1-4A16-8F92-590F074DBD49}" type="datetimeFigureOut">
              <a:t>2026/10/1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BF193A-EE0E-BFFE-5EDB-18FC3458A62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323431" y="10334957"/>
            <a:ext cx="3386138" cy="59366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69EA09-2A29-933B-7E3E-BA35E10CDC1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7085807" y="10334957"/>
            <a:ext cx="2257425" cy="59366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A4437-73D0-4334-B1E8-7E827BED0A8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2460">
        <a:lnSpc>
          <a:spcPct val="90000"/>
        </a:lnSpc>
        <a:spcBef>
          <a:spcPct val="0"/>
        </a:spcBef>
        <a:buNone/>
        <a:defRPr sz="362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88115" indent="-188115" algn="l" defTabSz="752460">
        <a:lnSpc>
          <a:spcPct val="90000"/>
        </a:lnSpc>
        <a:spcBef>
          <a:spcPts val="823"/>
        </a:spcBef>
        <a:buFont typeface="Arial"/>
        <a:buChar char="•"/>
        <a:defRPr sz="2304" kern="1200">
          <a:solidFill>
            <a:schemeClr val="tx1"/>
          </a:solidFill>
          <a:latin typeface="+mn-lt"/>
          <a:ea typeface="+mn-lt"/>
          <a:cs typeface="+mn-lt"/>
        </a:defRPr>
      </a:lvl1pPr>
      <a:lvl2pPr marL="564345" indent="-188115" algn="l" defTabSz="752460">
        <a:lnSpc>
          <a:spcPct val="90000"/>
        </a:lnSpc>
        <a:spcBef>
          <a:spcPts val="411"/>
        </a:spcBef>
        <a:buFont typeface="Arial"/>
        <a:buChar char="•"/>
        <a:defRPr sz="1975" kern="1200">
          <a:solidFill>
            <a:schemeClr val="tx1"/>
          </a:solidFill>
          <a:latin typeface="+mn-lt"/>
          <a:ea typeface="+mn-lt"/>
          <a:cs typeface="+mn-lt"/>
        </a:defRPr>
      </a:lvl2pPr>
      <a:lvl3pPr marL="940575" indent="-188115" algn="l" defTabSz="752460">
        <a:lnSpc>
          <a:spcPct val="90000"/>
        </a:lnSpc>
        <a:spcBef>
          <a:spcPts val="411"/>
        </a:spcBef>
        <a:buFont typeface="Arial"/>
        <a:buChar char="•"/>
        <a:defRPr sz="1646" kern="1200">
          <a:solidFill>
            <a:schemeClr val="tx1"/>
          </a:solidFill>
          <a:latin typeface="+mn-lt"/>
          <a:ea typeface="+mn-lt"/>
          <a:cs typeface="+mn-lt"/>
        </a:defRPr>
      </a:lvl3pPr>
      <a:lvl4pPr marL="1316805" indent="-188115" algn="l" defTabSz="752460">
        <a:lnSpc>
          <a:spcPct val="90000"/>
        </a:lnSpc>
        <a:spcBef>
          <a:spcPts val="411"/>
        </a:spcBef>
        <a:buFont typeface="Arial"/>
        <a:buChar char="•"/>
        <a:defRPr sz="1481" kern="1200">
          <a:solidFill>
            <a:schemeClr val="tx1"/>
          </a:solidFill>
          <a:latin typeface="+mn-lt"/>
          <a:ea typeface="+mn-lt"/>
          <a:cs typeface="+mn-lt"/>
        </a:defRPr>
      </a:lvl4pPr>
      <a:lvl5pPr marL="1693034" indent="-188115" algn="l" defTabSz="752460">
        <a:lnSpc>
          <a:spcPct val="90000"/>
        </a:lnSpc>
        <a:spcBef>
          <a:spcPts val="411"/>
        </a:spcBef>
        <a:buFont typeface="Arial"/>
        <a:buChar char="•"/>
        <a:defRPr sz="1481" kern="1200">
          <a:solidFill>
            <a:schemeClr val="tx1"/>
          </a:solidFill>
          <a:latin typeface="+mn-lt"/>
          <a:ea typeface="+mn-lt"/>
          <a:cs typeface="+mn-lt"/>
        </a:defRPr>
      </a:lvl5pPr>
      <a:lvl6pPr marL="2069264" indent="-188115" algn="l" defTabSz="752460">
        <a:lnSpc>
          <a:spcPct val="90000"/>
        </a:lnSpc>
        <a:spcBef>
          <a:spcPts val="411"/>
        </a:spcBef>
        <a:buFont typeface="Arial"/>
        <a:buChar char="•"/>
        <a:defRPr sz="1481" kern="1200">
          <a:solidFill>
            <a:schemeClr val="tx1"/>
          </a:solidFill>
          <a:latin typeface="+mn-lt"/>
          <a:ea typeface="+mn-lt"/>
          <a:cs typeface="+mn-lt"/>
        </a:defRPr>
      </a:lvl6pPr>
      <a:lvl7pPr marL="2445494" indent="-188115" algn="l" defTabSz="752460">
        <a:lnSpc>
          <a:spcPct val="90000"/>
        </a:lnSpc>
        <a:spcBef>
          <a:spcPts val="411"/>
        </a:spcBef>
        <a:buFont typeface="Arial"/>
        <a:buChar char="•"/>
        <a:defRPr sz="1481" kern="1200">
          <a:solidFill>
            <a:schemeClr val="tx1"/>
          </a:solidFill>
          <a:latin typeface="+mn-lt"/>
          <a:ea typeface="+mn-lt"/>
          <a:cs typeface="+mn-lt"/>
        </a:defRPr>
      </a:lvl7pPr>
      <a:lvl8pPr marL="2821724" indent="-188115" algn="l" defTabSz="752460">
        <a:lnSpc>
          <a:spcPct val="90000"/>
        </a:lnSpc>
        <a:spcBef>
          <a:spcPts val="411"/>
        </a:spcBef>
        <a:buFont typeface="Arial"/>
        <a:buChar char="•"/>
        <a:defRPr sz="1481" kern="1200">
          <a:solidFill>
            <a:schemeClr val="tx1"/>
          </a:solidFill>
          <a:latin typeface="+mn-lt"/>
          <a:ea typeface="+mn-lt"/>
          <a:cs typeface="+mn-lt"/>
        </a:defRPr>
      </a:lvl8pPr>
      <a:lvl9pPr marL="3197954" indent="-188115" algn="l" defTabSz="752460">
        <a:lnSpc>
          <a:spcPct val="90000"/>
        </a:lnSpc>
        <a:spcBef>
          <a:spcPts val="411"/>
        </a:spcBef>
        <a:buFont typeface="Arial"/>
        <a:buChar char="•"/>
        <a:defRPr sz="148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752460">
        <a:buNone/>
        <a:defRPr sz="1481" kern="1200">
          <a:solidFill>
            <a:schemeClr val="tx1"/>
          </a:solidFill>
          <a:latin typeface="+mn-lt"/>
          <a:ea typeface="+mn-lt"/>
          <a:cs typeface="+mn-lt"/>
        </a:defRPr>
      </a:lvl1pPr>
      <a:lvl2pPr marL="376230" algn="l" defTabSz="752460">
        <a:buNone/>
        <a:defRPr sz="1481" kern="1200">
          <a:solidFill>
            <a:schemeClr val="tx1"/>
          </a:solidFill>
          <a:latin typeface="+mn-lt"/>
          <a:ea typeface="+mn-lt"/>
          <a:cs typeface="+mn-lt"/>
        </a:defRPr>
      </a:lvl2pPr>
      <a:lvl3pPr marL="752460" algn="l" defTabSz="752460">
        <a:buNone/>
        <a:defRPr sz="1481" kern="1200">
          <a:solidFill>
            <a:schemeClr val="tx1"/>
          </a:solidFill>
          <a:latin typeface="+mn-lt"/>
          <a:ea typeface="+mn-lt"/>
          <a:cs typeface="+mn-lt"/>
        </a:defRPr>
      </a:lvl3pPr>
      <a:lvl4pPr marL="1128690" algn="l" defTabSz="752460">
        <a:buNone/>
        <a:defRPr sz="1481" kern="1200">
          <a:solidFill>
            <a:schemeClr val="tx1"/>
          </a:solidFill>
          <a:latin typeface="+mn-lt"/>
          <a:ea typeface="+mn-lt"/>
          <a:cs typeface="+mn-lt"/>
        </a:defRPr>
      </a:lvl4pPr>
      <a:lvl5pPr marL="1504920" algn="l" defTabSz="752460">
        <a:buNone/>
        <a:defRPr sz="1481" kern="1200">
          <a:solidFill>
            <a:schemeClr val="tx1"/>
          </a:solidFill>
          <a:latin typeface="+mn-lt"/>
          <a:ea typeface="+mn-lt"/>
          <a:cs typeface="+mn-lt"/>
        </a:defRPr>
      </a:lvl5pPr>
      <a:lvl6pPr marL="1881149" algn="l" defTabSz="752460">
        <a:buNone/>
        <a:defRPr sz="1481" kern="1200">
          <a:solidFill>
            <a:schemeClr val="tx1"/>
          </a:solidFill>
          <a:latin typeface="+mn-lt"/>
          <a:ea typeface="+mn-lt"/>
          <a:cs typeface="+mn-lt"/>
        </a:defRPr>
      </a:lvl6pPr>
      <a:lvl7pPr marL="2257379" algn="l" defTabSz="752460">
        <a:buNone/>
        <a:defRPr sz="1481" kern="1200">
          <a:solidFill>
            <a:schemeClr val="tx1"/>
          </a:solidFill>
          <a:latin typeface="+mn-lt"/>
          <a:ea typeface="+mn-lt"/>
          <a:cs typeface="+mn-lt"/>
        </a:defRPr>
      </a:lvl7pPr>
      <a:lvl8pPr marL="2633609" algn="l" defTabSz="752460">
        <a:buNone/>
        <a:defRPr sz="1481" kern="1200">
          <a:solidFill>
            <a:schemeClr val="tx1"/>
          </a:solidFill>
          <a:latin typeface="+mn-lt"/>
          <a:ea typeface="+mn-lt"/>
          <a:cs typeface="+mn-lt"/>
        </a:defRPr>
      </a:lvl8pPr>
      <a:lvl9pPr marL="3009839" algn="l" defTabSz="752460">
        <a:buNone/>
        <a:defRPr sz="148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A08D930C-F0B9-D4C5-063D-C6528CAAA85A}"/>
              </a:ext>
            </a:extLst>
          </p:cNvPr>
          <p:cNvSpPr>
            <a:spLocks noGrp="1"/>
          </p:cNvSpPr>
          <p:nvPr/>
        </p:nvSpPr>
        <p:spPr>
          <a:xfrm>
            <a:off x="76200" y="347829"/>
            <a:ext cx="4346105" cy="3272456"/>
          </a:xfrm>
          <a:prstGeom prst="roundRect">
            <a:avLst>
              <a:gd name="adj" fmla="val 3000"/>
            </a:avLst>
          </a:prstGeom>
          <a:noFill/>
          <a:ln w="15911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F0118073-E745-F085-C1D3-303FF1E9DBA7}"/>
              </a:ext>
            </a:extLst>
          </p:cNvPr>
          <p:cNvSpPr>
            <a:spLocks noGrp="1"/>
          </p:cNvSpPr>
          <p:nvPr/>
        </p:nvSpPr>
        <p:spPr>
          <a:xfrm>
            <a:off x="1244215" y="196063"/>
            <a:ext cx="2010073" cy="3225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732" tIns="0" rIns="32732" bIns="0" anchor="ctr"/>
          <a:lstStyle>
            <a:lvl1pPr marL="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002" b="1">
                <a:solidFill>
                  <a:srgbClr val="1F4E79"/>
                </a:solidFill>
                <a:latin typeface="Meiryo UI"/>
                <a:ea typeface="Meiryo UI"/>
                <a:cs typeface="Meiryo UI"/>
              </a:rPr>
              <a:t>タブレットPOSアプリのプロセス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F79F836A-6BB0-8C35-86FF-0895FB15D54C}"/>
              </a:ext>
            </a:extLst>
          </p:cNvPr>
          <p:cNvSpPr>
            <a:spLocks noGrp="1"/>
          </p:cNvSpPr>
          <p:nvPr/>
        </p:nvSpPr>
        <p:spPr>
          <a:xfrm>
            <a:off x="6052095" y="347829"/>
            <a:ext cx="2240960" cy="3272456"/>
          </a:xfrm>
          <a:prstGeom prst="roundRect">
            <a:avLst>
              <a:gd name="adj" fmla="val 3000"/>
            </a:avLst>
          </a:prstGeom>
          <a:noFill/>
          <a:ln w="15911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5D87C68A-4283-421F-F035-3A98715BD045}"/>
              </a:ext>
            </a:extLst>
          </p:cNvPr>
          <p:cNvSpPr>
            <a:spLocks noGrp="1"/>
          </p:cNvSpPr>
          <p:nvPr/>
        </p:nvSpPr>
        <p:spPr>
          <a:xfrm>
            <a:off x="6330517" y="196063"/>
            <a:ext cx="1684116" cy="3225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732" tIns="0" rIns="32732" bIns="0" anchor="ctr"/>
          <a:lstStyle>
            <a:lvl1pPr marL="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002" b="1">
                <a:solidFill>
                  <a:srgbClr val="C55A11"/>
                </a:solidFill>
                <a:latin typeface="Meiryo UI"/>
                <a:ea typeface="Meiryo UI"/>
                <a:cs typeface="Meiryo UI"/>
              </a:rPr>
              <a:t>デバイスコネクタのプロセス</a:t>
            </a: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9EB04D49-7D12-2A64-EAAB-6875C02B93DD}"/>
              </a:ext>
            </a:extLst>
          </p:cNvPr>
          <p:cNvSpPr>
            <a:spLocks noGrp="1"/>
          </p:cNvSpPr>
          <p:nvPr/>
        </p:nvSpPr>
        <p:spPr>
          <a:xfrm>
            <a:off x="279940" y="1722025"/>
            <a:ext cx="1765649" cy="5715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136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732" tIns="0" rIns="32732" bIns="0" anchor="ctr"/>
          <a:lstStyle>
            <a:lvl1pPr marL="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275" b="1">
                <a:latin typeface="Meiryo UI"/>
                <a:ea typeface="Meiryo UI"/>
                <a:cs typeface="Meiryo UI"/>
              </a:defRPr>
            </a:pPr>
            <a:r>
              <a:rPr sz="1275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画面の制御</a:t>
            </a:r>
          </a:p>
          <a:p>
            <a:pPr algn="ctr">
              <a:buNone/>
              <a:defRPr sz="1275" b="1">
                <a:latin typeface="Meiryo UI"/>
                <a:ea typeface="Meiryo UI"/>
                <a:cs typeface="Meiryo UI"/>
              </a:defRPr>
            </a:pPr>
            <a:r>
              <a:rPr sz="1275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ViewModel</a:t>
            </a:r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FF4905AC-8C2D-FB2F-CEB5-A1CAE45D8FCF}"/>
              </a:ext>
            </a:extLst>
          </p:cNvPr>
          <p:cNvSpPr>
            <a:spLocks noGrp="1"/>
          </p:cNvSpPr>
          <p:nvPr/>
        </p:nvSpPr>
        <p:spPr>
          <a:xfrm>
            <a:off x="2520884" y="1486074"/>
            <a:ext cx="1697697" cy="1043392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1365">
            <a:solidFill>
              <a:srgbClr val="538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732" tIns="0" rIns="32732" bIns="0" anchor="ctr"/>
          <a:lstStyle>
            <a:lvl1pPr marL="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200" b="1"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デバイス基盤</a:t>
            </a:r>
          </a:p>
          <a:p>
            <a:pPr algn="ctr">
              <a:buNone/>
              <a:defRPr sz="1200" b="1"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共通インターフェース</a:t>
            </a:r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51E74988-CD1B-84D7-87B6-ED1224E15948}"/>
              </a:ext>
            </a:extLst>
          </p:cNvPr>
          <p:cNvSpPr>
            <a:spLocks noGrp="1"/>
          </p:cNvSpPr>
          <p:nvPr/>
        </p:nvSpPr>
        <p:spPr>
          <a:xfrm>
            <a:off x="6221865" y="1343794"/>
            <a:ext cx="1901421" cy="1327953"/>
          </a:xfrm>
          <a:prstGeom prst="roundRect">
            <a:avLst>
              <a:gd name="adj" fmla="val 10000"/>
            </a:avLst>
          </a:prstGeom>
          <a:solidFill>
            <a:srgbClr val="FCE4D6"/>
          </a:solidFill>
          <a:ln w="11365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732" tIns="0" rIns="32732" bIns="0" anchor="ctr"/>
          <a:lstStyle>
            <a:lvl1pPr marL="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145" b="1" dirty="0" err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OPOS・既存ライブラリ</a:t>
            </a:r>
            <a:endParaRPr sz="1145" b="1" dirty="0">
              <a:solidFill>
                <a:srgbClr val="111111"/>
              </a:solidFill>
              <a:latin typeface="Meiryo UI"/>
              <a:ea typeface="Meiryo UI"/>
              <a:cs typeface="Meiryo UI"/>
            </a:endParaRPr>
          </a:p>
          <a:p>
            <a:pPr algn="ctr">
              <a:buNone/>
            </a:pPr>
            <a:r>
              <a:rPr sz="1074" b="0" dirty="0" err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による機器制御</a:t>
            </a:r>
            <a:endParaRPr sz="1074" b="0" dirty="0">
              <a:solidFill>
                <a:srgbClr val="111111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E980EF37-6A64-3ACC-3C63-09550AE8B933}"/>
              </a:ext>
            </a:extLst>
          </p:cNvPr>
          <p:cNvSpPr>
            <a:spLocks noGrp="1"/>
          </p:cNvSpPr>
          <p:nvPr/>
        </p:nvSpPr>
        <p:spPr>
          <a:xfrm>
            <a:off x="8700503" y="1486074"/>
            <a:ext cx="1256296" cy="1043392"/>
          </a:xfrm>
          <a:prstGeom prst="roundRect">
            <a:avLst>
              <a:gd name="adj" fmla="val 10000"/>
            </a:avLst>
          </a:prstGeom>
          <a:solidFill>
            <a:srgbClr val="E4DFEC"/>
          </a:solidFill>
          <a:ln w="1136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732" tIns="0" rIns="32732" bIns="0" anchor="ctr"/>
          <a:lstStyle>
            <a:lvl1pPr marL="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145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コネクタ経由</a:t>
            </a:r>
          </a:p>
          <a:p>
            <a:pPr algn="ctr">
              <a:buNone/>
            </a:pPr>
            <a:r>
              <a:rPr sz="1145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の機器</a:t>
            </a:r>
          </a:p>
        </p:txBody>
      </p:sp>
      <p:cxnSp>
        <p:nvCxnSpPr>
          <p:cNvPr id="93" name="直線矢印コネクタ 73"/>
          <p:cNvCxnSpPr>
            <a:stCxn id="26" idx="3"/>
            <a:endCxn id="27" idx="1"/>
          </p:cNvCxnSpPr>
          <p:nvPr/>
        </p:nvCxnSpPr>
        <p:spPr>
          <a:xfrm flipV="1">
            <a:off x="2045589" y="2007770"/>
            <a:ext cx="475295" cy="5"/>
          </a:xfrm>
          <a:prstGeom prst="straightConnector1">
            <a:avLst/>
          </a:prstGeom>
          <a:ln w="14288">
            <a:solidFill>
              <a:srgbClr val="538135"/>
            </a:solidFill>
            <a:headEnd type="arrow" w="med" len="med"/>
            <a:tailEnd type="arrow" w="med" len="med"/>
          </a:ln>
        </p:spPr>
      </p:cxnSp>
      <p:cxnSp>
        <p:nvCxnSpPr>
          <p:cNvPr id="94" name="直線矢印コネクタ 74"/>
          <p:cNvCxnSpPr>
            <a:stCxn id="28" idx="3"/>
            <a:endCxn id="29" idx="1"/>
          </p:cNvCxnSpPr>
          <p:nvPr/>
        </p:nvCxnSpPr>
        <p:spPr>
          <a:xfrm flipV="1">
            <a:off x="8123286" y="2007770"/>
            <a:ext cx="577217" cy="1"/>
          </a:xfrm>
          <a:prstGeom prst="straightConnector1">
            <a:avLst/>
          </a:prstGeom>
          <a:ln w="14288">
            <a:solidFill>
              <a:srgbClr val="538135"/>
            </a:solidFill>
            <a:headEnd type="arrow" w="med" len="med"/>
            <a:tailEnd type="arrow" w="med" len="med"/>
          </a:ln>
        </p:spPr>
      </p:cxnSp>
      <p:sp>
        <p:nvSpPr>
          <p:cNvPr id="34" name="business-view">
            <a:extLst>
              <a:ext uri="{FF2B5EF4-FFF2-40B4-BE49-F238E27FC236}">
                <a16:creationId xmlns:a16="http://schemas.microsoft.com/office/drawing/2014/main" id="{1D1FF256-4E15-46BB-A0CA-B98AF3159941}"/>
              </a:ext>
            </a:extLst>
          </p:cNvPr>
          <p:cNvSpPr>
            <a:spLocks noGrp="1"/>
          </p:cNvSpPr>
          <p:nvPr/>
        </p:nvSpPr>
        <p:spPr>
          <a:xfrm>
            <a:off x="279940" y="762000"/>
            <a:ext cx="1765649" cy="571500"/>
          </a:xfrm>
          <a:prstGeom prst="roundRect">
            <a:avLst>
              <a:gd name="adj" fmla="val 16667"/>
            </a:avLst>
          </a:prstGeom>
          <a:solidFill>
            <a:srgbClr val="F7FBFF"/>
          </a:solidFill>
          <a:ln w="14288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51515"/>
                </a:solidFill>
                <a:latin typeface="Meiryo UI"/>
                <a:ea typeface="Meiryo UI"/>
                <a:cs typeface="Meiryo UI"/>
              </a:defRPr>
            </a:pPr>
            <a:r>
              <a:rPr sz="1275" b="1">
                <a:solidFill>
                  <a:srgbClr val="151515"/>
                </a:solidFill>
                <a:latin typeface="Meiryo UI"/>
                <a:ea typeface="Meiryo UI"/>
                <a:cs typeface="Meiryo UI"/>
              </a:rPr>
              <a:t>業務画面</a:t>
            </a:r>
          </a:p>
          <a:p>
            <a:pPr algn="ctr">
              <a:buNone/>
              <a:defRPr sz="1275" b="1">
                <a:solidFill>
                  <a:srgbClr val="151515"/>
                </a:solidFill>
                <a:latin typeface="Meiryo UI"/>
                <a:ea typeface="Meiryo UI"/>
                <a:cs typeface="Meiryo UI"/>
              </a:defRPr>
            </a:pPr>
            <a:r>
              <a:rPr sz="1275" b="1">
                <a:solidFill>
                  <a:srgbClr val="151515"/>
                </a:solidFill>
                <a:latin typeface="Meiryo UI"/>
                <a:ea typeface="Meiryo UI"/>
                <a:cs typeface="Meiryo UI"/>
              </a:rPr>
              <a:t>View</a:t>
            </a:r>
          </a:p>
        </p:txBody>
      </p:sp>
      <p:cxnSp>
        <p:nvCxnSpPr>
          <p:cNvPr id="96" name="直線矢印コネクタ 76"/>
          <p:cNvCxnSpPr>
            <a:stCxn id="34" idx="2"/>
            <a:endCxn id="26" idx="0"/>
          </p:cNvCxnSpPr>
          <p:nvPr/>
        </p:nvCxnSpPr>
        <p:spPr>
          <a:xfrm>
            <a:off x="1162765" y="1333500"/>
            <a:ext cx="0" cy="388525"/>
          </a:xfrm>
          <a:prstGeom prst="straightConnector1">
            <a:avLst/>
          </a:prstGeom>
          <a:ln w="14288">
            <a:solidFill>
              <a:srgbClr val="538135"/>
            </a:solidFill>
            <a:headEnd type="arrow" w="med" len="med"/>
            <a:tailEnd type="arrow" w="med" len="med"/>
          </a:ln>
        </p:spPr>
      </p:cxnSp>
      <p:sp>
        <p:nvSpPr>
          <p:cNvPr id="36" name="direct-device">
            <a:extLst>
              <a:ext uri="{FF2B5EF4-FFF2-40B4-BE49-F238E27FC236}">
                <a16:creationId xmlns:a16="http://schemas.microsoft.com/office/drawing/2014/main" id="{F799E26C-7391-493B-A0AF-5DA37140A10E}"/>
              </a:ext>
            </a:extLst>
          </p:cNvPr>
          <p:cNvSpPr>
            <a:spLocks noGrp="1"/>
          </p:cNvSpPr>
          <p:nvPr/>
        </p:nvSpPr>
        <p:spPr>
          <a:xfrm>
            <a:off x="7695518" y="4224817"/>
            <a:ext cx="2190750" cy="952500"/>
          </a:xfrm>
          <a:prstGeom prst="roundRect">
            <a:avLst>
              <a:gd name="adj" fmla="val 10000"/>
            </a:avLst>
          </a:prstGeom>
          <a:solidFill>
            <a:srgbClr val="E4DFEC"/>
          </a:solidFill>
          <a:ln w="14288">
            <a:solidFill>
              <a:srgbClr val="7030A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51515"/>
                </a:solidFill>
                <a:latin typeface="Meiryo UI"/>
                <a:ea typeface="Meiryo UI"/>
                <a:cs typeface="Meiryo UI"/>
              </a:defRPr>
            </a:pPr>
            <a:r>
              <a:rPr sz="1275" b="1" dirty="0" err="1">
                <a:solidFill>
                  <a:srgbClr val="151515"/>
                </a:solidFill>
                <a:latin typeface="Meiryo UI"/>
                <a:ea typeface="Meiryo UI"/>
                <a:cs typeface="Meiryo UI"/>
              </a:rPr>
              <a:t>直接制御する機器</a:t>
            </a:r>
            <a:endParaRPr sz="1275" b="1" dirty="0">
              <a:solidFill>
                <a:srgbClr val="151515"/>
              </a:solidFill>
              <a:latin typeface="Meiryo UI"/>
              <a:ea typeface="Meiryo UI"/>
              <a:cs typeface="Meiryo UI"/>
            </a:endParaRPr>
          </a:p>
          <a:p>
            <a:pPr algn="ctr">
              <a:buNone/>
              <a:defRPr sz="1275" b="1">
                <a:solidFill>
                  <a:srgbClr val="151515"/>
                </a:solidFill>
                <a:latin typeface="Meiryo UI"/>
                <a:ea typeface="Meiryo UI"/>
                <a:cs typeface="Meiryo UI"/>
              </a:defRPr>
            </a:pPr>
            <a:r>
              <a:rPr sz="1275" b="1" dirty="0" err="1">
                <a:solidFill>
                  <a:srgbClr val="151515"/>
                </a:solidFill>
                <a:latin typeface="Meiryo UI"/>
                <a:ea typeface="Meiryo UI"/>
                <a:cs typeface="Meiryo UI"/>
              </a:rPr>
              <a:t>例：ハンディターミナル</a:t>
            </a:r>
            <a:endParaRPr sz="1275" b="1" dirty="0">
              <a:solidFill>
                <a:srgbClr val="151515"/>
              </a:solidFill>
              <a:latin typeface="Meiryo UI"/>
              <a:ea typeface="Meiryo UI"/>
              <a:cs typeface="Meiryo UI"/>
            </a:endParaRPr>
          </a:p>
        </p:txBody>
      </p:sp>
      <p:cxnSp>
        <p:nvCxnSpPr>
          <p:cNvPr id="101" name="connector-request"/>
          <p:cNvCxnSpPr>
            <a:cxnSpLocks/>
          </p:cNvCxnSpPr>
          <p:nvPr/>
        </p:nvCxnSpPr>
        <p:spPr>
          <a:xfrm>
            <a:off x="4218581" y="1759199"/>
            <a:ext cx="2003284" cy="1"/>
          </a:xfrm>
          <a:prstGeom prst="straightConnector1">
            <a:avLst/>
          </a:prstGeom>
          <a:ln w="14288">
            <a:solidFill>
              <a:srgbClr val="538135"/>
            </a:solidFill>
            <a:prstDash val="solid"/>
            <a:tailEnd type="arrow" w="sm" len="sm"/>
          </a:ln>
        </p:spPr>
      </p:cxnSp>
      <p:cxnSp>
        <p:nvCxnSpPr>
          <p:cNvPr id="104" name="direct-request"/>
          <p:cNvCxnSpPr>
            <a:cxnSpLocks/>
            <a:endCxn id="36" idx="2"/>
          </p:cNvCxnSpPr>
          <p:nvPr/>
        </p:nvCxnSpPr>
        <p:spPr>
          <a:xfrm>
            <a:off x="3210494" y="2529466"/>
            <a:ext cx="5580399" cy="2647851"/>
          </a:xfrm>
          <a:prstGeom prst="bentConnector4">
            <a:avLst>
              <a:gd name="adj1" fmla="val -222"/>
              <a:gd name="adj2" fmla="val 108633"/>
            </a:avLst>
          </a:prstGeom>
          <a:ln w="14288">
            <a:solidFill>
              <a:srgbClr val="538135"/>
            </a:solidFill>
            <a:prstDash val="solid"/>
            <a:tailEnd type="arrow" w="sm" len="sm"/>
          </a:ln>
        </p:spPr>
      </p:cxnSp>
      <p:sp>
        <p:nvSpPr>
          <p:cNvPr id="30" name="Rectangle 11">
            <a:extLst>
              <a:ext uri="{FF2B5EF4-FFF2-40B4-BE49-F238E27FC236}">
                <a16:creationId xmlns:a16="http://schemas.microsoft.com/office/drawing/2014/main" id="{39A9F6A2-3284-FC10-42A7-9405BFC1A995}"/>
              </a:ext>
            </a:extLst>
          </p:cNvPr>
          <p:cNvSpPr>
            <a:spLocks noGrp="1"/>
          </p:cNvSpPr>
          <p:nvPr/>
        </p:nvSpPr>
        <p:spPr>
          <a:xfrm>
            <a:off x="4634498" y="1597928"/>
            <a:ext cx="1086526" cy="322502"/>
          </a:xfrm>
          <a:prstGeom prst="rect">
            <a:avLst/>
          </a:prstGeom>
          <a:solidFill>
            <a:srgbClr val="FFFFFF"/>
          </a:solidFill>
          <a:ln w="18184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732" tIns="0" rIns="32732" bIns="0" anchor="ctr"/>
          <a:lstStyle>
            <a:lvl1pPr marL="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002" b="0" dirty="0" err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操作の要求</a:t>
            </a:r>
            <a:endParaRPr sz="1002" b="0" dirty="0">
              <a:solidFill>
                <a:srgbClr val="111111"/>
              </a:solidFill>
              <a:latin typeface="Meiryo UI"/>
              <a:ea typeface="Meiryo UI"/>
              <a:cs typeface="Meiryo UI"/>
            </a:endParaRPr>
          </a:p>
        </p:txBody>
      </p:sp>
      <p:cxnSp>
        <p:nvCxnSpPr>
          <p:cNvPr id="103" name="base-result"/>
          <p:cNvCxnSpPr>
            <a:cxnSpLocks/>
          </p:cNvCxnSpPr>
          <p:nvPr/>
        </p:nvCxnSpPr>
        <p:spPr>
          <a:xfrm flipH="1">
            <a:off x="4218581" y="2245140"/>
            <a:ext cx="2003244" cy="0"/>
          </a:xfrm>
          <a:prstGeom prst="straightConnector1">
            <a:avLst/>
          </a:prstGeom>
          <a:ln w="14288">
            <a:solidFill>
              <a:srgbClr val="538135"/>
            </a:solidFill>
            <a:prstDash val="dash"/>
            <a:tailEnd type="arrow" w="sm" len="sm"/>
          </a:ln>
        </p:spPr>
      </p:cxnSp>
      <p:sp>
        <p:nvSpPr>
          <p:cNvPr id="31" name="Rectangle 13">
            <a:extLst>
              <a:ext uri="{FF2B5EF4-FFF2-40B4-BE49-F238E27FC236}">
                <a16:creationId xmlns:a16="http://schemas.microsoft.com/office/drawing/2014/main" id="{07E78B2A-26F8-1EB5-6516-B7B001089006}"/>
              </a:ext>
            </a:extLst>
          </p:cNvPr>
          <p:cNvSpPr>
            <a:spLocks noGrp="1"/>
          </p:cNvSpPr>
          <p:nvPr/>
        </p:nvSpPr>
        <p:spPr>
          <a:xfrm>
            <a:off x="4676960" y="2083889"/>
            <a:ext cx="1086526" cy="322502"/>
          </a:xfrm>
          <a:prstGeom prst="rect">
            <a:avLst/>
          </a:prstGeom>
          <a:solidFill>
            <a:srgbClr val="FFFFFF"/>
          </a:solidFill>
          <a:ln w="18184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732" tIns="0" rIns="32732" bIns="0" anchor="ctr"/>
          <a:lstStyle>
            <a:lvl1pPr marL="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002" b="0" dirty="0" err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結果／通知</a:t>
            </a:r>
            <a:endParaRPr sz="1002" b="0" dirty="0">
              <a:solidFill>
                <a:srgbClr val="111111"/>
              </a:solidFill>
              <a:latin typeface="Meiryo UI"/>
              <a:ea typeface="Meiryo UI"/>
              <a:cs typeface="Meiryo UI"/>
            </a:endParaRPr>
          </a:p>
        </p:txBody>
      </p:sp>
      <p:cxnSp>
        <p:nvCxnSpPr>
          <p:cNvPr id="42" name="base-result">
            <a:extLst>
              <a:ext uri="{FF2B5EF4-FFF2-40B4-BE49-F238E27FC236}">
                <a16:creationId xmlns:a16="http://schemas.microsoft.com/office/drawing/2014/main" id="{A0369F73-98D7-DD26-46BE-90ABDEF70D65}"/>
              </a:ext>
            </a:extLst>
          </p:cNvPr>
          <p:cNvCxnSpPr>
            <a:cxnSpLocks/>
            <a:stCxn id="36" idx="1"/>
            <a:endCxn id="27" idx="2"/>
          </p:cNvCxnSpPr>
          <p:nvPr/>
        </p:nvCxnSpPr>
        <p:spPr>
          <a:xfrm rot="10800000">
            <a:off x="3369734" y="2529467"/>
            <a:ext cx="4325785" cy="2171601"/>
          </a:xfrm>
          <a:prstGeom prst="bentConnector2">
            <a:avLst/>
          </a:prstGeom>
          <a:ln w="14288">
            <a:solidFill>
              <a:srgbClr val="538135"/>
            </a:solidFill>
            <a:prstDash val="dash"/>
            <a:tailEnd type="arrow" w="sm" len="sm"/>
          </a:ln>
        </p:spPr>
      </p:cxnSp>
      <p:sp>
        <p:nvSpPr>
          <p:cNvPr id="49" name="Rectangle 11">
            <a:extLst>
              <a:ext uri="{FF2B5EF4-FFF2-40B4-BE49-F238E27FC236}">
                <a16:creationId xmlns:a16="http://schemas.microsoft.com/office/drawing/2014/main" id="{CAF84E4F-5A5C-C605-054E-388F273B1FEE}"/>
              </a:ext>
            </a:extLst>
          </p:cNvPr>
          <p:cNvSpPr>
            <a:spLocks noGrp="1"/>
          </p:cNvSpPr>
          <p:nvPr/>
        </p:nvSpPr>
        <p:spPr>
          <a:xfrm>
            <a:off x="4498582" y="5225457"/>
            <a:ext cx="1086526" cy="322502"/>
          </a:xfrm>
          <a:prstGeom prst="rect">
            <a:avLst/>
          </a:prstGeom>
          <a:solidFill>
            <a:srgbClr val="FFFFFF"/>
          </a:solidFill>
          <a:ln w="18184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732" tIns="0" rIns="32732" bIns="0" anchor="ctr"/>
          <a:lstStyle>
            <a:lvl1pPr marL="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002" b="0" dirty="0" err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操作の要求</a:t>
            </a:r>
            <a:endParaRPr sz="1002" b="0" dirty="0">
              <a:solidFill>
                <a:srgbClr val="111111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51" name="Rectangle 13">
            <a:extLst>
              <a:ext uri="{FF2B5EF4-FFF2-40B4-BE49-F238E27FC236}">
                <a16:creationId xmlns:a16="http://schemas.microsoft.com/office/drawing/2014/main" id="{607C9250-A807-8B32-9DE2-6DB15CCDA73A}"/>
              </a:ext>
            </a:extLst>
          </p:cNvPr>
          <p:cNvSpPr>
            <a:spLocks noGrp="1"/>
          </p:cNvSpPr>
          <p:nvPr/>
        </p:nvSpPr>
        <p:spPr>
          <a:xfrm>
            <a:off x="5354289" y="4597284"/>
            <a:ext cx="1086526" cy="322502"/>
          </a:xfrm>
          <a:prstGeom prst="rect">
            <a:avLst/>
          </a:prstGeom>
          <a:solidFill>
            <a:srgbClr val="FFFFFF"/>
          </a:solidFill>
          <a:ln w="18184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732" tIns="0" rIns="32732" bIns="0" anchor="ctr"/>
          <a:lstStyle>
            <a:lvl1pPr marL="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002" b="0" dirty="0" err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結果／通知</a:t>
            </a:r>
            <a:endParaRPr sz="1002" b="0" dirty="0">
              <a:solidFill>
                <a:srgbClr val="111111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38" name="direct-label">
            <a:extLst>
              <a:ext uri="{FF2B5EF4-FFF2-40B4-BE49-F238E27FC236}">
                <a16:creationId xmlns:a16="http://schemas.microsoft.com/office/drawing/2014/main" id="{2FE8BC60-667E-43AF-A810-E0775AB24E11}"/>
              </a:ext>
            </a:extLst>
          </p:cNvPr>
          <p:cNvSpPr>
            <a:spLocks noGrp="1"/>
          </p:cNvSpPr>
          <p:nvPr/>
        </p:nvSpPr>
        <p:spPr>
          <a:xfrm>
            <a:off x="3369732" y="2854176"/>
            <a:ext cx="952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667085"/>
                </a:solidFill>
              </a:defRPr>
            </a:pPr>
            <a:r>
              <a:rPr sz="1200" b="1" dirty="0" err="1">
                <a:solidFill>
                  <a:srgbClr val="FF0000"/>
                </a:solidFill>
              </a:rPr>
              <a:t>直接接続</a:t>
            </a:r>
            <a:endParaRPr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617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</Words>
  <Application>Microsoft Office PowerPoint</Application>
  <DocSecurity>0</DocSecurity>
  <PresentationFormat>ユーザー設定</PresentationFormat>
  <Paragraphs>20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グエンホンソン</cp:lastModifiedBy>
  <cp:revision>8</cp:revision>
  <dcterms:created xsi:type="dcterms:W3CDTF">2026-10-01T12:31:08Z</dcterms:created>
  <dcterms:modified xsi:type="dcterms:W3CDTF">2026-10-01T12:42:38Z</dcterms:modified>
</cp:coreProperties>
</file>