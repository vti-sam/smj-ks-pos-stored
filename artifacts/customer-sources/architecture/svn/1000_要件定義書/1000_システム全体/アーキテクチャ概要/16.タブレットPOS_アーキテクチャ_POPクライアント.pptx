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12670" r:id="rId5"/>
    <p:sldId id="12671" r:id="rId6"/>
    <p:sldId id="12965" r:id="rId7"/>
  </p:sldIdLst>
  <p:sldSz cx="18288000" cy="10287000"/>
  <p:notesSz cx="6858000" cy="9144000"/>
  <p:defaultTextStyle>
    <a:defPPr>
      <a:defRPr lang="ja-JP"/>
    </a:defPPr>
    <a:lvl1pPr marL="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0">
          <p15:clr>
            <a:srgbClr val="A4A3A4"/>
          </p15:clr>
        </p15:guide>
        <p15:guide id="4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99"/>
    <a:srgbClr val="CCCCFF"/>
    <a:srgbClr val="0000FF"/>
    <a:srgbClr val="CC99FF"/>
    <a:srgbClr val="FFCCFF"/>
    <a:srgbClr val="CCECFF"/>
    <a:srgbClr val="FFFFCC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 autoAdjust="0"/>
    <p:restoredTop sz="96652" autoAdjust="0"/>
  </p:normalViewPr>
  <p:slideViewPr>
    <p:cSldViewPr snapToGrid="0" showGuides="1">
      <p:cViewPr varScale="1">
        <p:scale>
          <a:sx n="81" d="100"/>
          <a:sy n="81" d="100"/>
        </p:scale>
        <p:origin x="516" y="84"/>
      </p:cViewPr>
      <p:guideLst>
        <p:guide orient="horz" pos="2160"/>
        <p:guide pos="3840"/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4" d="100"/>
          <a:sy n="54" d="100"/>
        </p:scale>
        <p:origin x="263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1929A-C832-4C51-892B-48BBA387B73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A8D0B-D510-4154-AB0C-777825F091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34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09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48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FEE5D-D034-C869-85B7-98215C44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A221E75-9D07-DC1F-1D32-5BB1630E2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528524C-3533-8197-B8AD-5931E27F8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DBA2F0-F033-15A2-E2BA-F05A304CF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388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１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E334F9-60CB-4E77-A4E6-B06957FF2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(日本語用のフォントを使用)"/>
                <a:ea typeface="源ノ角ゴシック JP Medium" panose="020B0600000000000000" pitchFamily="34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385800"/>
            <a:ext cx="18288000" cy="648000"/>
          </a:xfrm>
        </p:spPr>
        <p:txBody>
          <a:bodyPr lIns="0" tIns="0" rIns="0" bIns="0"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aseline="0">
                <a:latin typeface="(日本語用のフォントを使用)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本部名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90DCAEF3-2FE9-4E7A-9654-2F9F5D29C984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2026/6/2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829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２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(日本語用のフォントを使用)"/>
                <a:ea typeface="源ノ角ゴシック JP Medium" panose="020B0600000000000000" pitchFamily="34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本部名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9082DA5B-CFED-4EA9-A9CF-51D6B7194673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2026/6/2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4C3497D-F957-437C-BA52-9036B28F34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2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ンデックス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/>
            </a:lvl1pPr>
          </a:lstStyle>
          <a:p>
            <a:fld id="{79AB4D3F-2AE4-467C-9678-D47D57DA8B15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 baseline="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3"/>
          </p:nvPr>
        </p:nvSpPr>
        <p:spPr>
          <a:xfrm>
            <a:off x="7349401" y="2764800"/>
            <a:ext cx="7782446" cy="4757400"/>
          </a:xfrm>
        </p:spPr>
        <p:txBody>
          <a:bodyPr anchor="ctr" anchorCtr="0"/>
          <a:lstStyle>
            <a:lvl1pPr marL="771525" indent="-771525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1pPr>
            <a:lvl2pPr marL="13716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2pPr>
            <a:lvl3pPr marL="20574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3pPr>
            <a:lvl4pPr marL="25717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4pPr>
            <a:lvl5pPr marL="32575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AC6B63DF-389A-4A98-8956-5BBF5DFBE8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7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コンテンツ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lIns="0" tIns="0" rIns="0" bIns="0">
            <a:normAutofit/>
          </a:bodyPr>
          <a:lstStyle>
            <a:lvl1pPr>
              <a:defRPr sz="2700" baseline="0">
                <a:solidFill>
                  <a:srgbClr val="59574C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0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34031DBB-3291-48BB-BC28-17084E3E4F7C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11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2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ABD4378A-B289-4FC9-ADA8-4EF64E98E7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12CBCCE-C37F-4386-8BB6-498ADD1684D3}"/>
              </a:ext>
            </a:extLst>
          </p:cNvPr>
          <p:cNvCxnSpPr/>
          <p:nvPr userDrawn="1"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09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76942" y="1242000"/>
            <a:ext cx="17502458" cy="8656200"/>
          </a:xfrm>
        </p:spPr>
        <p:txBody>
          <a:bodyPr lIns="0" tIns="0" rIns="0" b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9F6429C1-8E62-4761-9877-E62B2DA92B1C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1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7" name="直線コネクタ 16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61F1F23-9698-4103-B3E9-5E4E605E8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5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コンテンツ_03(2 つのコンテン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78000" y="1242000"/>
            <a:ext cx="8586000" cy="863607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9293400" y="1242000"/>
            <a:ext cx="8586000" cy="86346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1F8B608F-4DEC-4D1D-B141-E614FF5669E8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5" name="直線コネクタ 14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25CCDFE0-FDBF-4B25-8E18-40F619D84A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コンテンツ_04(比較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76941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76943" y="2527876"/>
            <a:ext cx="8586000" cy="731667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258300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9258297" y="2527874"/>
            <a:ext cx="8621103" cy="731667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6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F1A58DF4-246C-48C1-B3B6-DF06CB441F9A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1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8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0169B903-E552-491B-BCBD-8D3E55AF30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3A5A175-8709-48AA-AEF7-8D4CA06A041E}"/>
              </a:ext>
            </a:extLst>
          </p:cNvPr>
          <p:cNvCxnSpPr/>
          <p:nvPr userDrawn="1"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01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画面（基本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75D6162-6F61-4AA5-AF9B-79A5B59DCD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00" y="4732241"/>
            <a:ext cx="5576400" cy="82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144D8984-AA42-45E4-8983-9A2054881900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10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861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F68BAD66-5485-4BF5-88CF-01CF8CEDDAD3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343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A6B0F656-4EE4-4163-B9C3-DDD4915C9549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9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650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378000" y="9936000"/>
            <a:ext cx="41148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C05EB7AA-217B-4EAE-BEC9-43341D9BD9B2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2026/6/2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5449400" y="9936000"/>
            <a:ext cx="162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US" altLang="ja-JP" sz="1500" baseline="0" smtClean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r>
              <a:rPr lang="en-US" dirty="0">
                <a:latin typeface="源ノ角ゴシック JP Regular" panose="020B0500000000000000" pitchFamily="34" charset="-128"/>
              </a:rPr>
              <a:t>Confidential 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069400" y="9936000"/>
            <a:ext cx="81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ja-JP" altLang="en-US" sz="1500" baseline="0" smtClean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2A9E37A5-A917-4235-ABF6-8CD72E894915}" type="slidenum">
              <a:rPr lang="en-US" altLang="ja-JP" smtClean="0">
                <a:latin typeface="源ノ角ゴシック JP Regular" panose="020B0500000000000000" pitchFamily="34" charset="-128"/>
              </a:rPr>
              <a:pPr/>
              <a:t>‹#›</a:t>
            </a:fld>
            <a:endParaRPr lang="en-US" altLang="ja-JP" dirty="0">
              <a:latin typeface="源ノ角ゴシック JP Regular" panose="020B0500000000000000" pitchFamily="34" charset="-128"/>
            </a:endParaRPr>
          </a:p>
        </p:txBody>
      </p:sp>
      <p:sp>
        <p:nvSpPr>
          <p:cNvPr id="7" name="フッター プレースホルダー 4"/>
          <p:cNvSpPr txBox="1">
            <a:spLocks/>
          </p:cNvSpPr>
          <p:nvPr userDrawn="1"/>
        </p:nvSpPr>
        <p:spPr>
          <a:xfrm>
            <a:off x="9277200" y="9936001"/>
            <a:ext cx="6172200" cy="378002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279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5" r:id="rId3"/>
    <p:sldLayoutId id="2147483654" r:id="rId4"/>
    <p:sldLayoutId id="2147483650" r:id="rId5"/>
    <p:sldLayoutId id="2147483652" r:id="rId6"/>
    <p:sldLayoutId id="2147483653" r:id="rId7"/>
    <p:sldLayoutId id="2147483658" r:id="rId8"/>
    <p:sldLayoutId id="2147483660" r:id="rId9"/>
    <p:sldLayoutId id="2147483656" r:id="rId10"/>
    <p:sldLayoutId id="2147483657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kumimoji="1" sz="3600" kern="1200" baseline="0">
          <a:solidFill>
            <a:srgbClr val="59574C"/>
          </a:solidFill>
          <a:latin typeface="(日本語用のフォントを使用)"/>
          <a:ea typeface="源ノ角ゴシック JP Regular" panose="020B0500000000000000" pitchFamily="34" charset="-128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kumimoji="1" sz="42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6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0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7AC65879-7FD1-5159-5240-E3ADC0AF25C0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" name="フッター プレースホルダー 8">
            <a:extLst>
              <a:ext uri="{FF2B5EF4-FFF2-40B4-BE49-F238E27FC236}">
                <a16:creationId xmlns:a16="http://schemas.microsoft.com/office/drawing/2014/main" id="{4BFBC7A3-80BB-2E54-1CEC-26AE4427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lang="en-US" altLang="ja-JP" sz="1650" b="1" dirty="0"/>
              <a:t>Confidential </a:t>
            </a:r>
            <a:endParaRPr lang="ja-JP" altLang="en-US" sz="1650" b="1" dirty="0"/>
          </a:p>
        </p:txBody>
      </p:sp>
      <p:grpSp>
        <p:nvGrpSpPr>
          <p:cNvPr id="8" name="グループ化 22">
            <a:extLst>
              <a:ext uri="{FF2B5EF4-FFF2-40B4-BE49-F238E27FC236}">
                <a16:creationId xmlns:a16="http://schemas.microsoft.com/office/drawing/2014/main" id="{AAF6A984-94EF-49FC-9760-F28BEC404163}"/>
              </a:ext>
            </a:extLst>
          </p:cNvPr>
          <p:cNvGrpSpPr/>
          <p:nvPr/>
        </p:nvGrpSpPr>
        <p:grpSpPr>
          <a:xfrm>
            <a:off x="1415367" y="4759592"/>
            <a:ext cx="16997199" cy="967652"/>
            <a:chOff x="-439385" y="-73503"/>
            <a:chExt cx="9583385" cy="483826"/>
          </a:xfrm>
        </p:grpSpPr>
        <p:sp>
          <p:nvSpPr>
            <p:cNvPr id="9" name="角丸四角形 3">
              <a:extLst>
                <a:ext uri="{FF2B5EF4-FFF2-40B4-BE49-F238E27FC236}">
                  <a16:creationId xmlns:a16="http://schemas.microsoft.com/office/drawing/2014/main" id="{C3F9DEA1-9F8B-4EC4-9D6B-8A097D57D62B}"/>
                </a:ext>
              </a:extLst>
            </p:cNvPr>
            <p:cNvSpPr/>
            <p:nvPr/>
          </p:nvSpPr>
          <p:spPr bwMode="auto">
            <a:xfrm>
              <a:off x="-439385" y="-73503"/>
              <a:ext cx="9144000" cy="383908"/>
            </a:xfrm>
            <a:prstGeom prst="roundRect">
              <a:avLst>
                <a:gd name="adj" fmla="val 0"/>
              </a:avLst>
            </a:prstGeom>
            <a:solidFill>
              <a:srgbClr val="E5E3D4"/>
            </a:solidFill>
            <a:ln>
              <a:noFill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1022"/>
                </a:spcAft>
              </a:pPr>
              <a:endParaRPr lang="ja-JP" altLang="en-US" sz="280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C3A3B830-65E0-4A2E-A9C4-CE4E415EBA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410323"/>
              <a:ext cx="9144000" cy="0"/>
            </a:xfrm>
            <a:prstGeom prst="line">
              <a:avLst/>
            </a:prstGeom>
            <a:noFill/>
            <a:ln w="12700">
              <a:solidFill>
                <a:srgbClr val="E5E3D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ja-JP" altLang="en-US" sz="3600"/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FF97F0-39F2-468F-918B-BFB6B6B3F365}"/>
              </a:ext>
            </a:extLst>
          </p:cNvPr>
          <p:cNvSpPr txBox="1"/>
          <p:nvPr/>
        </p:nvSpPr>
        <p:spPr>
          <a:xfrm>
            <a:off x="1415368" y="4650245"/>
            <a:ext cx="1585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タブレット</a:t>
            </a:r>
            <a:r>
              <a:rPr lang="en-US" altLang="ja-JP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POS</a:t>
            </a:r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 </a:t>
            </a:r>
            <a:r>
              <a:rPr lang="en-US" altLang="ja-JP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POP</a:t>
            </a:r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クライアント対応</a:t>
            </a:r>
          </a:p>
        </p:txBody>
      </p:sp>
    </p:spTree>
    <p:extLst>
      <p:ext uri="{BB962C8B-B14F-4D97-AF65-F5344CB8AC3E}">
        <p14:creationId xmlns:p14="http://schemas.microsoft.com/office/powerpoint/2010/main" val="252111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9AFEE408-19C8-68E6-4983-96BA0A9CA816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1816DB91-96ED-40FA-A739-05243431B836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0EA77F-141D-DB67-E346-2F5CB0187737}"/>
              </a:ext>
            </a:extLst>
          </p:cNvPr>
          <p:cNvSpPr txBox="1"/>
          <p:nvPr/>
        </p:nvSpPr>
        <p:spPr>
          <a:xfrm>
            <a:off x="405609" y="1079510"/>
            <a:ext cx="17473791" cy="4670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POP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クライアント対応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・現状、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POP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クライアントはオンプレの店舗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のビューを参照して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POP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（プライスカード）を印刷しています。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稼働に伴い、オンプレ店舗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に切り替わるため、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POP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クライアントの参照先をセントラル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に変更します。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【POP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クライアント対応内容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・データ参照先をセントラル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に変更する。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・セントラル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POP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クライアント用のビューを作成します。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在庫データはマスター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を参照する。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・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OCI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POP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データ参照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を作成し、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POP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クライアントから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を実行してデータ参照を行う。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765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B1685-5D6A-1883-BF2B-1138BDC6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60F6989D-58E8-7753-0B32-23A06E5F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4CBE601-E6A4-8968-6A4B-EC984A1D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A2B356A8-2C05-6FB3-4D68-BBB44F2C61EF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A4D19FBC-C4AF-289B-1A78-E73624C44CC5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CC8666-55EF-B5F1-5CD4-FA6DC42704F3}"/>
              </a:ext>
            </a:extLst>
          </p:cNvPr>
          <p:cNvSpPr txBox="1"/>
          <p:nvPr/>
        </p:nvSpPr>
        <p:spPr>
          <a:xfrm>
            <a:off x="405608" y="1138709"/>
            <a:ext cx="10622261" cy="56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■データ連携概要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EFD7892-6699-A548-2290-CC6680EB777E}"/>
              </a:ext>
            </a:extLst>
          </p:cNvPr>
          <p:cNvSpPr/>
          <p:nvPr/>
        </p:nvSpPr>
        <p:spPr>
          <a:xfrm>
            <a:off x="3119754" y="3783536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POP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クライアント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E96F19-4FF4-DD9A-0100-F989810544A1}"/>
              </a:ext>
            </a:extLst>
          </p:cNvPr>
          <p:cNvSpPr/>
          <p:nvPr/>
        </p:nvSpPr>
        <p:spPr>
          <a:xfrm>
            <a:off x="2332591" y="5460696"/>
            <a:ext cx="8794755" cy="4294855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39018008-BB9F-4586-8C0C-D44A7CCD178C}"/>
              </a:ext>
            </a:extLst>
          </p:cNvPr>
          <p:cNvSpPr/>
          <p:nvPr/>
        </p:nvSpPr>
        <p:spPr>
          <a:xfrm>
            <a:off x="4857422" y="3790943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POP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クライアント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13F79A0-32B9-B99A-796D-3B6F208448D8}"/>
              </a:ext>
            </a:extLst>
          </p:cNvPr>
          <p:cNvSpPr/>
          <p:nvPr/>
        </p:nvSpPr>
        <p:spPr>
          <a:xfrm>
            <a:off x="2682214" y="6463166"/>
            <a:ext cx="5168229" cy="2851715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AFCB288-B9FE-6F85-6920-E3444D461131}"/>
              </a:ext>
            </a:extLst>
          </p:cNvPr>
          <p:cNvSpPr/>
          <p:nvPr/>
        </p:nvSpPr>
        <p:spPr>
          <a:xfrm>
            <a:off x="2332591" y="3174380"/>
            <a:ext cx="8794755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店舗Ａ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7D3B36D-D5C5-9F48-E939-CB24A309E9E4}"/>
              </a:ext>
            </a:extLst>
          </p:cNvPr>
          <p:cNvSpPr txBox="1"/>
          <p:nvPr/>
        </p:nvSpPr>
        <p:spPr>
          <a:xfrm>
            <a:off x="405609" y="1770608"/>
            <a:ext cx="17032385" cy="842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別案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  <a:p>
            <a:pPr lvl="0"/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OCI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POP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クライアント用の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を用意し、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POP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クライアントから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を実行し、結果を表示します。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円柱 37">
            <a:extLst>
              <a:ext uri="{FF2B5EF4-FFF2-40B4-BE49-F238E27FC236}">
                <a16:creationId xmlns:a16="http://schemas.microsoft.com/office/drawing/2014/main" id="{A0778462-C708-366A-8FCC-1C00BD7478A0}"/>
              </a:ext>
            </a:extLst>
          </p:cNvPr>
          <p:cNvSpPr/>
          <p:nvPr/>
        </p:nvSpPr>
        <p:spPr>
          <a:xfrm>
            <a:off x="4639213" y="8423163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店設定マスター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売価、定数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円柱 38">
            <a:extLst>
              <a:ext uri="{FF2B5EF4-FFF2-40B4-BE49-F238E27FC236}">
                <a16:creationId xmlns:a16="http://schemas.microsoft.com/office/drawing/2014/main" id="{2CE7058E-E6C7-67C4-45E0-21812C8587AA}"/>
              </a:ext>
            </a:extLst>
          </p:cNvPr>
          <p:cNvSpPr/>
          <p:nvPr/>
        </p:nvSpPr>
        <p:spPr>
          <a:xfrm>
            <a:off x="3121686" y="8413487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</a:p>
        </p:txBody>
      </p:sp>
      <p:sp>
        <p:nvSpPr>
          <p:cNvPr id="45" name="円柱 44">
            <a:extLst>
              <a:ext uri="{FF2B5EF4-FFF2-40B4-BE49-F238E27FC236}">
                <a16:creationId xmlns:a16="http://schemas.microsoft.com/office/drawing/2014/main" id="{E408DFD7-6AC1-ED60-E7C6-FFB96458517C}"/>
              </a:ext>
            </a:extLst>
          </p:cNvPr>
          <p:cNvSpPr/>
          <p:nvPr/>
        </p:nvSpPr>
        <p:spPr>
          <a:xfrm>
            <a:off x="8780133" y="6775027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E6FDDDD4-12D6-EA18-5C17-9853815F931C}"/>
              </a:ext>
            </a:extLst>
          </p:cNvPr>
          <p:cNvSpPr/>
          <p:nvPr/>
        </p:nvSpPr>
        <p:spPr>
          <a:xfrm>
            <a:off x="8200066" y="6069106"/>
            <a:ext cx="2553793" cy="3245776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1B119E1C-8427-AEAC-204D-29DA3F5FC922}"/>
              </a:ext>
            </a:extLst>
          </p:cNvPr>
          <p:cNvSpPr/>
          <p:nvPr/>
        </p:nvSpPr>
        <p:spPr>
          <a:xfrm>
            <a:off x="3978775" y="6861951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プライス用ビュー</a:t>
            </a:r>
          </a:p>
        </p:txBody>
      </p:sp>
      <p:sp>
        <p:nvSpPr>
          <p:cNvPr id="6" name="フローチャート: 定義済み処理 5">
            <a:extLst>
              <a:ext uri="{FF2B5EF4-FFF2-40B4-BE49-F238E27FC236}">
                <a16:creationId xmlns:a16="http://schemas.microsoft.com/office/drawing/2014/main" id="{C12D1274-A8E7-E3D7-EEA0-4F48909DB8EB}"/>
              </a:ext>
            </a:extLst>
          </p:cNvPr>
          <p:cNvSpPr/>
          <p:nvPr/>
        </p:nvSpPr>
        <p:spPr>
          <a:xfrm>
            <a:off x="6131912" y="7476909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ファンクション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1A624EE-AD43-3BA3-7CA3-A024C2520037}"/>
              </a:ext>
            </a:extLst>
          </p:cNvPr>
          <p:cNvCxnSpPr>
            <a:cxnSpLocks/>
            <a:stCxn id="6" idx="3"/>
            <a:endCxn id="45" idx="2"/>
          </p:cNvCxnSpPr>
          <p:nvPr/>
        </p:nvCxnSpPr>
        <p:spPr>
          <a:xfrm flipV="1">
            <a:off x="7326143" y="7125968"/>
            <a:ext cx="1453990" cy="63737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7CB3A3FB-4D08-6771-6E43-5D20ACCE0097}"/>
              </a:ext>
            </a:extLst>
          </p:cNvPr>
          <p:cNvCxnSpPr>
            <a:cxnSpLocks/>
            <a:stCxn id="6" idx="1"/>
            <a:endCxn id="38" idx="1"/>
          </p:cNvCxnSpPr>
          <p:nvPr/>
        </p:nvCxnSpPr>
        <p:spPr>
          <a:xfrm flipH="1">
            <a:off x="5321276" y="7763346"/>
            <a:ext cx="810636" cy="659817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D82AAA7A-B8E8-5821-FAF4-F979E9F829AE}"/>
              </a:ext>
            </a:extLst>
          </p:cNvPr>
          <p:cNvCxnSpPr>
            <a:cxnSpLocks/>
            <a:stCxn id="6" idx="1"/>
            <a:endCxn id="39" idx="1"/>
          </p:cNvCxnSpPr>
          <p:nvPr/>
        </p:nvCxnSpPr>
        <p:spPr>
          <a:xfrm flipH="1">
            <a:off x="3803749" y="7763346"/>
            <a:ext cx="2328163" cy="65014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993D1309-1CB9-525B-46F9-2ADB512AC47A}"/>
              </a:ext>
            </a:extLst>
          </p:cNvPr>
          <p:cNvCxnSpPr>
            <a:cxnSpLocks/>
            <a:stCxn id="39" idx="1"/>
            <a:endCxn id="4" idx="3"/>
          </p:cNvCxnSpPr>
          <p:nvPr/>
        </p:nvCxnSpPr>
        <p:spPr>
          <a:xfrm flipV="1">
            <a:off x="3803749" y="7563833"/>
            <a:ext cx="857089" cy="849654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EACF18B4-2163-DA9B-AA82-100C378261A4}"/>
              </a:ext>
            </a:extLst>
          </p:cNvPr>
          <p:cNvCxnSpPr>
            <a:cxnSpLocks/>
            <a:stCxn id="38" idx="1"/>
            <a:endCxn id="4" idx="3"/>
          </p:cNvCxnSpPr>
          <p:nvPr/>
        </p:nvCxnSpPr>
        <p:spPr>
          <a:xfrm flipH="1" flipV="1">
            <a:off x="4660838" y="7563833"/>
            <a:ext cx="660438" cy="85933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6A26110-163A-CE3C-1193-E99BDDBC02CC}"/>
              </a:ext>
            </a:extLst>
          </p:cNvPr>
          <p:cNvSpPr/>
          <p:nvPr/>
        </p:nvSpPr>
        <p:spPr>
          <a:xfrm>
            <a:off x="4116775" y="5647109"/>
            <a:ext cx="1044875" cy="636674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参照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0342325-54B4-7568-8E47-1191FB55B481}"/>
              </a:ext>
            </a:extLst>
          </p:cNvPr>
          <p:cNvCxnSpPr>
            <a:cxnSpLocks/>
            <a:stCxn id="332" idx="2"/>
            <a:endCxn id="19" idx="0"/>
          </p:cNvCxnSpPr>
          <p:nvPr/>
        </p:nvCxnSpPr>
        <p:spPr>
          <a:xfrm flipH="1">
            <a:off x="4639213" y="4665266"/>
            <a:ext cx="855454" cy="981843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E94F885-A46A-6BD5-54F9-BC5E3528E319}"/>
              </a:ext>
            </a:extLst>
          </p:cNvPr>
          <p:cNvCxnSpPr>
            <a:cxnSpLocks/>
            <a:stCxn id="2" idx="2"/>
            <a:endCxn id="19" idx="0"/>
          </p:cNvCxnSpPr>
          <p:nvPr/>
        </p:nvCxnSpPr>
        <p:spPr>
          <a:xfrm>
            <a:off x="3756999" y="4657859"/>
            <a:ext cx="882214" cy="98925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22181E5-0EC8-096C-8E9E-7CA6755A2889}"/>
              </a:ext>
            </a:extLst>
          </p:cNvPr>
          <p:cNvCxnSpPr>
            <a:cxnSpLocks/>
            <a:stCxn id="19" idx="2"/>
            <a:endCxn id="4" idx="1"/>
          </p:cNvCxnSpPr>
          <p:nvPr/>
        </p:nvCxnSpPr>
        <p:spPr>
          <a:xfrm>
            <a:off x="4639213" y="6283783"/>
            <a:ext cx="21625" cy="57816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04009"/>
      </p:ext>
    </p:extLst>
  </p:cSld>
  <p:clrMapOvr>
    <a:masterClrMapping/>
  </p:clrMapOvr>
</p:sld>
</file>

<file path=ppt/theme/theme1.xml><?xml version="1.0" encoding="utf-8"?>
<a:theme xmlns:a="http://schemas.openxmlformats.org/drawingml/2006/main" name="Be Original.テーマ">
  <a:themeElements>
    <a:clrScheme name="スタイルガイドライン">
      <a:dk1>
        <a:srgbClr val="59574C"/>
      </a:dk1>
      <a:lt1>
        <a:srgbClr val="FBFAF1"/>
      </a:lt1>
      <a:dk2>
        <a:srgbClr val="44546A"/>
      </a:dk2>
      <a:lt2>
        <a:srgbClr val="E7E6E6"/>
      </a:lt2>
      <a:accent1>
        <a:srgbClr val="7BA6DE"/>
      </a:accent1>
      <a:accent2>
        <a:srgbClr val="D45D00"/>
      </a:accent2>
      <a:accent3>
        <a:srgbClr val="DBDACB"/>
      </a:accent3>
      <a:accent4>
        <a:srgbClr val="FFA300"/>
      </a:accent4>
      <a:accent5>
        <a:srgbClr val="236192"/>
      </a:accent5>
      <a:accent6>
        <a:srgbClr val="035F1D"/>
      </a:accent6>
      <a:hlink>
        <a:srgbClr val="0563C1"/>
      </a:hlink>
      <a:folHlink>
        <a:srgbClr val="954F72"/>
      </a:folHlink>
    </a:clrScheme>
    <a:fontScheme name="スタイルガイドライン準拠">
      <a:majorFont>
        <a:latin typeface="Source Sans Pro"/>
        <a:ea typeface="源ノ角ゴシック JP Medium"/>
        <a:cs typeface=""/>
      </a:majorFont>
      <a:minorFont>
        <a:latin typeface="Source Sans Pro Black"/>
        <a:ea typeface="源ノ角ゴシック JP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59574C"/>
          </a:solidFill>
        </a:ln>
      </a:spPr>
      <a:bodyPr rtlCol="0" anchor="ctr"/>
      <a:lstStyle>
        <a:defPPr algn="ctr">
          <a:defRPr kumimoji="1" dirty="0">
            <a:solidFill>
              <a:srgbClr val="59574C"/>
            </a:solidFill>
            <a:latin typeface="Source Sans Pro" panose="020B0503030403020204" pitchFamily="34" charset="0"/>
            <a:ea typeface="源ノ角ゴシック JP Regular" panose="020B0500000000000000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源ノ角ゴシック JP Regular" panose="020B0500000000000000" pitchFamily="34" charset="-128"/>
            <a:ea typeface="源ノ角ゴシック JP Regular" panose="020B05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252ADF01DD7E24B8A2CE02D84BF14B0" ma:contentTypeVersion="13" ma:contentTypeDescription="新しいドキュメントを作成します。" ma:contentTypeScope="" ma:versionID="e8cf3120104eb1c36739bff5e7475b3b">
  <xsd:schema xmlns:xsd="http://www.w3.org/2001/XMLSchema" xmlns:xs="http://www.w3.org/2001/XMLSchema" xmlns:p="http://schemas.microsoft.com/office/2006/metadata/properties" xmlns:ns2="ae393f60-dcb5-4a7b-b196-5d1bc9c4d29e" xmlns:ns3="ceaad874-2a3b-43d4-b11e-bb73ac2d83e2" targetNamespace="http://schemas.microsoft.com/office/2006/metadata/properties" ma:root="true" ma:fieldsID="cc5373842b9c7d8354851abd2f3d9e35" ns2:_="" ns3:_="">
    <xsd:import namespace="ae393f60-dcb5-4a7b-b196-5d1bc9c4d29e"/>
    <xsd:import namespace="ceaad874-2a3b-43d4-b11e-bb73ac2d83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393f60-dcb5-4a7b-b196-5d1bc9c4d2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6de805ed-0ddf-4e5b-915b-481f2a666b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aad874-2a3b-43d4-b11e-bb73ac2d83e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1c47161-6668-4911-aa52-aa15117e2215}" ma:internalName="TaxCatchAll" ma:showField="CatchAllData" ma:web="ceaad874-2a3b-43d4-b11e-bb73ac2d83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aad874-2a3b-43d4-b11e-bb73ac2d83e2" xsi:nil="true"/>
    <lcf76f155ced4ddcb4097134ff3c332f xmlns="ae393f60-dcb5-4a7b-b196-5d1bc9c4d29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AE0F37-57F7-4B3B-8F85-52718A866C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393f60-dcb5-4a7b-b196-5d1bc9c4d29e"/>
    <ds:schemaRef ds:uri="ceaad874-2a3b-43d4-b11e-bb73ac2d83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D8AC76-C1D8-4390-84DD-2B4B2B7BA12C}">
  <ds:schemaRefs>
    <ds:schemaRef ds:uri="http://schemas.microsoft.com/office/2006/metadata/properties"/>
    <ds:schemaRef ds:uri="http://schemas.microsoft.com/office/infopath/2007/PartnerControls"/>
    <ds:schemaRef ds:uri="ceaad874-2a3b-43d4-b11e-bb73ac2d83e2"/>
    <ds:schemaRef ds:uri="ae393f60-dcb5-4a7b-b196-5d1bc9c4d29e"/>
  </ds:schemaRefs>
</ds:datastoreItem>
</file>

<file path=customXml/itemProps3.xml><?xml version="1.0" encoding="utf-8"?>
<ds:datastoreItem xmlns:ds="http://schemas.openxmlformats.org/officeDocument/2006/customXml" ds:itemID="{22862A6B-AA44-4E75-A2F2-1F91815934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4077</TotalTime>
  <Words>255</Words>
  <Application>Microsoft Office PowerPoint</Application>
  <PresentationFormat>ユーザー設定</PresentationFormat>
  <Paragraphs>41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3" baseType="lpstr">
      <vt:lpstr>(日本語用のフォントを使用)</vt:lpstr>
      <vt:lpstr>HGPｺﾞｼｯｸM</vt:lpstr>
      <vt:lpstr>Meiryo UI</vt:lpstr>
      <vt:lpstr>メイリオ</vt:lpstr>
      <vt:lpstr>源ノ角ゴシック JP Medium</vt:lpstr>
      <vt:lpstr>源ノ角ゴシック JP Regular</vt:lpstr>
      <vt:lpstr>Arial</vt:lpstr>
      <vt:lpstr>Calibri</vt:lpstr>
      <vt:lpstr>Source Sans Pro Black</vt:lpstr>
      <vt:lpstr>Be Original.テーマ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SMJ様サポート用PC02（駅南事務所）</dc:creator>
  <cp:lastModifiedBy>小松卓/主任</cp:lastModifiedBy>
  <cp:revision>546</cp:revision>
  <dcterms:created xsi:type="dcterms:W3CDTF">2022-10-24T00:43:26Z</dcterms:created>
  <dcterms:modified xsi:type="dcterms:W3CDTF">2026-06-02T00:21:40Z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0x0101004252ADF01DD7E24B8A2CE02D84BF14B0</vt:lpwstr>
  </property>
</Properties>
</file>